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9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89392"/>
  </p:normalViewPr>
  <p:slideViewPr>
    <p:cSldViewPr snapToGrid="0">
      <p:cViewPr>
        <p:scale>
          <a:sx n="96" d="100"/>
          <a:sy n="96" d="100"/>
        </p:scale>
        <p:origin x="95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0E92E-5F19-834A-AA97-53FA2D660DCB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64360D-A3AE-044F-B6E9-FC0C70EEF33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24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64360D-A3AE-044F-B6E9-FC0C70EEF33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6186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BF736-41BD-BCEF-C219-DB89ADFB95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1F4E5B4-638B-A9CE-C065-BB4FD5C1F4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6484DE-5A55-288D-D3F5-79F54F94A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BE8696-C210-0ED6-4481-C24D127EC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B035B2-094A-74B8-4BA8-F2CFB547A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578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21BEBB-06F3-7C8B-124C-CE7A8D72F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CB5495-68D0-CA8A-49E8-9AAD963A5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A4B9263-8475-084F-4C01-74298FD4F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34B102-27AF-A170-C86E-9FAA222B6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E2E69E5-7C57-B850-E027-0004BD7BF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7526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EA727D-D698-07A3-B9F8-7521AC68F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28DB37-97F8-F745-2E85-EAAC02A702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7E0751-8F80-9C08-9EE5-C03D4AD7F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BF7F2A-7443-14F5-5E05-D8B040497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CB6BA2-CAC3-EB8A-4EF9-04991433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9463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58AF22-A112-32CC-F2BC-81EF570D3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4860AF-9EC0-9CCF-AECA-A48EEFA31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EDF91C7-22B0-594A-7516-E3D5A8101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3FA6D1-F566-7454-3585-DA6F1E1AE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3138BB-508C-388C-DD92-EAF7D6672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F59079-8D2B-5F98-26DE-071E12CF8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1377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2C456E-DAD2-2BD2-004E-E3E88F24D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56420C-FE79-B9C0-37E5-86D4BF2DA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180F3B-A1AA-32FB-B865-9677A7E0F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F9BCB9-123A-4973-E443-9F3304A004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D0C55B1-18AF-922D-350A-525A0447FC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1D4E357-60DC-C276-F273-A00DE098D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C0CF131-5A7F-0FB1-F9A3-4AFF7F6CD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D3467A2-C749-0601-317B-7EAD8B222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8956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62272E-A944-D6EB-C123-EFDDC942E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2A6B042-480A-CC09-7327-511F726C9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BE436B8-004D-4CF9-21F0-9D5C70895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7FEDFB-A328-8285-63A4-3AD990C91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2898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0BE9DB1-E321-7C8F-FA03-95C8C0C4F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F5FB211-C664-093B-A77B-CEE7B2A2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44603E-C3F0-E3F9-9EB4-B8FFC256D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2435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4FE973-D53B-E72C-A330-579F85EFD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6840F5-E3D4-3CB4-8DB1-6184F9E2B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3A23824-8F92-8B9C-47C1-57A4E7D9E0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8D4F8C-EB62-A0A5-6C24-FAF471F7E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A974A1-5037-D1DE-90C5-29AD8C33F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1BF734-6330-5774-6A8B-44731660B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8883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ABFDF-4ECA-603C-180B-6528A1352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30261A1-4DF2-83FD-5CC8-DC68074E89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5E76610-49A4-31D0-ECC1-8F3817371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E5CFD1-3027-AA9F-49BC-6D804B6F0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43EA0B-BA7C-2E89-7AB1-90CCDFA55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4940004-D81D-C9D7-29C7-6444043E0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2096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E6FE0D-34D0-4E90-49CE-EDD930FBF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2EE0B9-62B5-9540-38F0-E2013D7D2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952F39-546A-3EBD-5B35-051675A2C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9797B6-7119-4DAA-7287-7D9CFACEA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0E1780-AC04-3270-A3A0-98AE495CA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0700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69A708F-5C4D-4852-6000-2BB7D60BD7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6570D46-0568-77A4-5043-CB0734381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5399F4-C353-7D95-6BE8-668F80253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9A3EFA-690C-B2A9-BF19-9A524F2E9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6D5A00-BC7D-543E-3C1B-5D6E40F6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6106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CB71F9F-E182-22BA-803A-43C6531F1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298C84-4450-4F09-B087-4768B33E9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208B6B-E1A7-24F4-1317-2E47C53EC3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2C0E08-E80E-9141-9781-077B3A888FD3}" type="datetimeFigureOut">
              <a:rPr lang="de-DE" smtClean="0"/>
              <a:t>29.12.25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3798C9-4CBC-F600-381A-841BFCF77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A1FC8C-30C9-8012-4B62-9894B73DB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989043-021B-1C49-BF4E-7AA6DEF424B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3016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4D937D-D946-48E9-9FC0-D4D9E3ED2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23" y="425086"/>
            <a:ext cx="11768528" cy="549275"/>
          </a:xfrm>
        </p:spPr>
        <p:txBody>
          <a:bodyPr>
            <a:normAutofit fontScale="90000"/>
          </a:bodyPr>
          <a:lstStyle/>
          <a:p>
            <a:pPr algn="ctr"/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Reihenplan (5 Std. + </a:t>
            </a:r>
            <a:r>
              <a:rPr lang="de-DE" b="1" dirty="0">
                <a:solidFill>
                  <a:srgbClr val="7030A0"/>
                </a:solidFill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Hü</a:t>
            </a:r>
            <a:r>
              <a:rPr lang="de-DE" dirty="0">
                <a:latin typeface="ADLaM Display" panose="020100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CF567-B171-A96A-6C87-F5C31E583A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93623" y="1497496"/>
            <a:ext cx="11768528" cy="5115299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Grundbegriffe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Verschieben &amp; Drehen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Doppelspiegelung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Doppelspiegelung Teil 2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Gemischtes Üben</a:t>
            </a:r>
            <a:endParaRPr lang="de-DE" b="1" dirty="0">
              <a:solidFill>
                <a:srgbClr val="7030A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de-DE" b="1" dirty="0">
                <a:solidFill>
                  <a:srgbClr val="7030A0"/>
                </a:solidFill>
              </a:rPr>
              <a:t>HÜ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489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Papier, Brief, Origami enthält.&#10;&#10;KI-generierte Inhalte können fehlerhaft sein.">
            <a:extLst>
              <a:ext uri="{FF2B5EF4-FFF2-40B4-BE49-F238E27FC236}">
                <a16:creationId xmlns:a16="http://schemas.microsoft.com/office/drawing/2014/main" id="{A4BE09B9-6415-6507-A377-A5DAD30E29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743"/>
          <a:stretch>
            <a:fillRect/>
          </a:stretch>
        </p:blipFill>
        <p:spPr>
          <a:xfrm>
            <a:off x="0" y="468441"/>
            <a:ext cx="5924918" cy="5448926"/>
          </a:xfrm>
          <a:prstGeom prst="rect">
            <a:avLst/>
          </a:prstGeom>
        </p:spPr>
      </p:pic>
      <p:pic>
        <p:nvPicPr>
          <p:cNvPr id="12" name="Grafik 11" descr="Ein Bild, das Text, Schrif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E2B21C04-4E69-2ACA-5B47-6F85E6498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762532"/>
            <a:ext cx="6048117" cy="1244184"/>
          </a:xfrm>
          <a:prstGeom prst="rect">
            <a:avLst/>
          </a:prstGeom>
        </p:spPr>
      </p:pic>
      <p:pic>
        <p:nvPicPr>
          <p:cNvPr id="15" name="Grafik 14" descr="Ein Bild, das Text, Papier, Brief, Origami enthält.&#10;&#10;KI-generierte Inhalte können fehlerhaft sein.">
            <a:extLst>
              <a:ext uri="{FF2B5EF4-FFF2-40B4-BE49-F238E27FC236}">
                <a16:creationId xmlns:a16="http://schemas.microsoft.com/office/drawing/2014/main" id="{721158B0-DCA0-18E3-E2BB-A2D9AF0126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1257"/>
          <a:stretch>
            <a:fillRect/>
          </a:stretch>
        </p:blipFill>
        <p:spPr>
          <a:xfrm>
            <a:off x="6096000" y="1499016"/>
            <a:ext cx="6101642" cy="2263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6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1530B3CA-E079-015A-6244-3B16165C6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7856" y="-1863"/>
            <a:ext cx="5666282" cy="687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377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Macintosh PowerPoint</Application>
  <PresentationFormat>Breitbild</PresentationFormat>
  <Paragraphs>8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ADLaM Display</vt:lpstr>
      <vt:lpstr>Aptos</vt:lpstr>
      <vt:lpstr>Aptos Display</vt:lpstr>
      <vt:lpstr>Arial</vt:lpstr>
      <vt:lpstr>Office</vt:lpstr>
      <vt:lpstr>Reihenplan (5 Std. + Hü)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 Vera</dc:creator>
  <cp:lastModifiedBy>Christ Vera</cp:lastModifiedBy>
  <cp:revision>10</cp:revision>
  <dcterms:created xsi:type="dcterms:W3CDTF">2025-09-16T19:00:14Z</dcterms:created>
  <dcterms:modified xsi:type="dcterms:W3CDTF">2025-12-29T07:45:34Z</dcterms:modified>
</cp:coreProperties>
</file>