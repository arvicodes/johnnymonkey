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1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B92F9B-2D8A-C08D-7A7C-C546A64B97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B5F5469-EEFE-5A96-0F8E-0C435E7353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806D5C3-B6EB-B505-87A9-CD4A51606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868A7-3CF1-40DA-8D8A-5A551E0C6077}" type="datetimeFigureOut">
              <a:rPr lang="de-DE" smtClean="0"/>
              <a:t>20.08.26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694ACC3-FE7C-5931-EDE9-7B0396010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8842D77-1F65-7552-F746-4A0411F54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BF73A-2344-427D-BF60-75732474975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7290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C217BD-DFB2-AB29-31A5-D819650F8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89E0170-4C10-15B4-7649-AEFF17CE2B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94904CE-EA08-6D3B-FA90-7E2ADA5CC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868A7-3CF1-40DA-8D8A-5A551E0C6077}" type="datetimeFigureOut">
              <a:rPr lang="de-DE" smtClean="0"/>
              <a:t>20.08.26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BE8DBA8-C817-4B66-B3BF-6FB0A416F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0261AA-F4E0-6421-08AB-A836B51E6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BF73A-2344-427D-BF60-75732474975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10880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26D21A-73AC-EE63-0062-F7C2E12F5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69AD593-D7F3-A6C4-D887-CDF7C65330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566FFF7-30C6-6AC2-320B-4291B50DF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868A7-3CF1-40DA-8D8A-5A551E0C6077}" type="datetimeFigureOut">
              <a:rPr lang="de-DE" smtClean="0"/>
              <a:t>20.08.26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2FDF9F0-5587-2F2F-1B44-965E9A4F2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46F0F71-D476-6E42-9109-2FEFA93A0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BF73A-2344-427D-BF60-75732474975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3181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AFABE6-79D8-ADF6-09C1-B7A6422A9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60B1624-059E-F726-4357-652A01C70D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1E18D2B-8DFF-4F9C-617E-C178A3B158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76A67E2-0713-4789-8C8A-AA9ACA0CB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868A7-3CF1-40DA-8D8A-5A551E0C6077}" type="datetimeFigureOut">
              <a:rPr lang="de-DE" smtClean="0"/>
              <a:t>20.08.26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D823D51-F742-BB06-8220-8A1F65C45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A0B7D75-29F4-B374-166D-D0F512EAF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BF73A-2344-427D-BF60-75732474975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3728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98130B-C342-9EA0-C134-5B86F8D4C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B741B4C-3075-F0AC-2EC8-AAEEBC1061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904779D-47D5-21BF-C057-F931D9D5A9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FF93E78-BF92-768F-9612-BEB2F1555F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3379F3C-AA0F-B5B3-8797-47B8F0F0D3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89EEF06-70C2-2365-86F1-454F287BF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868A7-3CF1-40DA-8D8A-5A551E0C6077}" type="datetimeFigureOut">
              <a:rPr lang="de-DE" smtClean="0"/>
              <a:t>20.08.26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E035E6B-E0A9-C817-1FFC-B44B44D5A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5B48A17-20BF-0F1A-EB79-C5E1CE0CF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BF73A-2344-427D-BF60-75732474975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0350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1A1537-09DE-F346-9EDD-609E11F53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156FFF1-4D18-A39B-0E20-EE24E418F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868A7-3CF1-40DA-8D8A-5A551E0C6077}" type="datetimeFigureOut">
              <a:rPr lang="de-DE" smtClean="0"/>
              <a:t>20.08.26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2C5C132-429C-5F22-9ADA-9D94BC51E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3230587-0F56-7CEA-8762-7C9CD01D8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BF73A-2344-427D-BF60-75732474975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84151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7BB9D28-A651-FC5A-E3EB-92A8F3FCA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868A7-3CF1-40DA-8D8A-5A551E0C6077}" type="datetimeFigureOut">
              <a:rPr lang="de-DE" smtClean="0"/>
              <a:t>20.08.26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16FF1A9-3365-0FBC-ED69-6FE1FA64E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21287E4-BD7B-CC9A-C717-4C553D687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BF73A-2344-427D-BF60-75732474975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1477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4BCC8D-894D-AF31-008C-6FFD0AE6C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0EC5191-E856-1A68-DA4B-2BC5DADD87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C2D6DA1-75B8-58F4-46CB-0A54F336A5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09E3877-07E9-0DC3-0D66-A160ADBB2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868A7-3CF1-40DA-8D8A-5A551E0C6077}" type="datetimeFigureOut">
              <a:rPr lang="de-DE" smtClean="0"/>
              <a:t>20.08.26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353C0BA-DBF2-7F0D-83C4-F73121633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05E9B7F-B9C9-A97B-E821-BD444C72D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BF73A-2344-427D-BF60-75732474975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90180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43FAB7-1FAE-BE70-5B80-948DC1F91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D0FF705-18DC-2377-D7A9-148DE5B3AF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9F7123B-2FFD-47B4-3ED1-A9BB6F0F85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A0203CC-EE96-E5C0-DD9C-6A0DAA64E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868A7-3CF1-40DA-8D8A-5A551E0C6077}" type="datetimeFigureOut">
              <a:rPr lang="de-DE" smtClean="0"/>
              <a:t>20.08.26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45BA8BE-229F-CE91-F84C-8FD591094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018F493-94F1-94AD-8B6A-1F54B13D0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BF73A-2344-427D-BF60-75732474975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5203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4F9C1E-DFEB-545F-2A4E-C2F6C6467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4C74044-BA96-0E31-9A15-3F912D22BC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33C02A2-67C8-6504-5DE3-4B754CA35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868A7-3CF1-40DA-8D8A-5A551E0C6077}" type="datetimeFigureOut">
              <a:rPr lang="de-DE" smtClean="0"/>
              <a:t>20.08.26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E285F88-4FC9-9D92-87EA-A68B9E98C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D621A10-A2F7-7664-5800-B810D70A4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BF73A-2344-427D-BF60-75732474975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7085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262522EB-3539-65A9-7664-BE4570615E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3EBDF10-5A38-2C4A-0810-B6DD2F453B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15B62A5-51AF-A8D4-F6DD-008EB553C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868A7-3CF1-40DA-8D8A-5A551E0C6077}" type="datetimeFigureOut">
              <a:rPr lang="de-DE" smtClean="0"/>
              <a:t>20.08.26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64E4556-66EE-E9D1-AB18-59A5258E5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B32F911-15D0-4036-1E51-947035A0D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BF73A-2344-427D-BF60-75732474975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4857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486C521-7F38-AD68-8308-4AAA14650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6F2CFFC-4696-BDB5-8BF8-3ACD099B2F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BCF87FD-4F06-CA83-CADE-57044D10D2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A868A7-3CF1-40DA-8D8A-5A551E0C6077}" type="datetimeFigureOut">
              <a:rPr lang="de-DE" smtClean="0"/>
              <a:t>20.08.26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336D702-63B9-FD1A-C637-15129DA28C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B676311-FDCA-3E1F-C727-8F64455E91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4BF73A-2344-427D-BF60-75732474975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7155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7EBCD554-1B79-48A6-7D93-E50EB74995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130" y="4791348"/>
            <a:ext cx="2204318" cy="1394209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0AA07286-DE50-7FD4-8A82-41C732DCB7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5621" y="4728658"/>
            <a:ext cx="1765962" cy="1691239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481F50FC-54F4-E506-D6AD-B58EF2D74D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5177" y="4882713"/>
            <a:ext cx="2048520" cy="1402491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56841A29-CE05-F4EC-FE17-EF8829727A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7698" y="4791348"/>
            <a:ext cx="2013407" cy="1428177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62902393-7B87-AA78-1BBB-4040E9B6EA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594" y="2256715"/>
            <a:ext cx="970054" cy="599765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2546EA9B-5577-B389-6E76-89B6D780E6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7175" y="2204186"/>
            <a:ext cx="1190845" cy="679608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4FBB981E-83D4-9FC7-F3FA-DDBE219F4BB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88297" y="2187618"/>
            <a:ext cx="1069117" cy="712745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291D4102-A6BE-7692-8810-6667094905E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43745" y="1976052"/>
            <a:ext cx="1188612" cy="1149835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4596709E-E227-4ED8-7585-B0FA8A61176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80944" y="2001888"/>
            <a:ext cx="1215056" cy="1084204"/>
          </a:xfrm>
          <a:prstGeom prst="rect">
            <a:avLst/>
          </a:prstGeom>
        </p:spPr>
      </p:pic>
      <p:pic>
        <p:nvPicPr>
          <p:cNvPr id="35" name="Grafik 34">
            <a:extLst>
              <a:ext uri="{FF2B5EF4-FFF2-40B4-BE49-F238E27FC236}">
                <a16:creationId xmlns:a16="http://schemas.microsoft.com/office/drawing/2014/main" id="{B5E803F1-57B9-2266-D86B-E31B6CD4736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24792" y="25390"/>
            <a:ext cx="2113253" cy="1086094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C0C9326F-74DB-A01A-C66C-71F71BDFE215}"/>
              </a:ext>
            </a:extLst>
          </p:cNvPr>
          <p:cNvSpPr txBox="1"/>
          <p:nvPr/>
        </p:nvSpPr>
        <p:spPr>
          <a:xfrm>
            <a:off x="652007" y="6219525"/>
            <a:ext cx="24569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b="1" dirty="0"/>
              <a:t>Mountainbike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CB0F9B80-4376-DA8B-0EFF-54BA784885C8}"/>
              </a:ext>
            </a:extLst>
          </p:cNvPr>
          <p:cNvSpPr txBox="1"/>
          <p:nvPr/>
        </p:nvSpPr>
        <p:spPr>
          <a:xfrm>
            <a:off x="6750850" y="6382243"/>
            <a:ext cx="24569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b="1" dirty="0"/>
              <a:t>Mountainbike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B169121C-7E31-F044-955D-0A3D5DD6446C}"/>
              </a:ext>
            </a:extLst>
          </p:cNvPr>
          <p:cNvSpPr txBox="1"/>
          <p:nvPr/>
        </p:nvSpPr>
        <p:spPr>
          <a:xfrm>
            <a:off x="8949025" y="6371925"/>
            <a:ext cx="24569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b="1" dirty="0"/>
              <a:t>Stadtrad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6648859-FA3F-B3E4-4A25-6960D14AF795}"/>
              </a:ext>
            </a:extLst>
          </p:cNvPr>
          <p:cNvSpPr txBox="1"/>
          <p:nvPr/>
        </p:nvSpPr>
        <p:spPr>
          <a:xfrm>
            <a:off x="3228873" y="6213326"/>
            <a:ext cx="24569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b="1" dirty="0"/>
              <a:t>Stadtrad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7CC501CD-3DAA-D159-EE46-1C7D110447AC}"/>
              </a:ext>
            </a:extLst>
          </p:cNvPr>
          <p:cNvSpPr txBox="1"/>
          <p:nvPr/>
        </p:nvSpPr>
        <p:spPr>
          <a:xfrm>
            <a:off x="5229831" y="3948948"/>
            <a:ext cx="2044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FF0000"/>
                </a:solidFill>
              </a:rPr>
              <a:t>(stark vereinfacht)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321FAEC2-CAA7-99AF-89AD-AEEBA27D1AD7}"/>
              </a:ext>
            </a:extLst>
          </p:cNvPr>
          <p:cNvSpPr txBox="1"/>
          <p:nvPr/>
        </p:nvSpPr>
        <p:spPr>
          <a:xfrm>
            <a:off x="-47978" y="1980032"/>
            <a:ext cx="17281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i="1" dirty="0"/>
              <a:t>Inbusschraube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98C78D2-1E41-E7FB-71EF-654BECEAB717}"/>
              </a:ext>
            </a:extLst>
          </p:cNvPr>
          <p:cNvSpPr txBox="1"/>
          <p:nvPr/>
        </p:nvSpPr>
        <p:spPr>
          <a:xfrm>
            <a:off x="1107869" y="1713920"/>
            <a:ext cx="1725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i="1" dirty="0"/>
              <a:t>Sattelmodell 1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2E165250-9672-5F9A-F1FE-EABABE822C90}"/>
              </a:ext>
            </a:extLst>
          </p:cNvPr>
          <p:cNvSpPr txBox="1"/>
          <p:nvPr/>
        </p:nvSpPr>
        <p:spPr>
          <a:xfrm>
            <a:off x="2568710" y="1540457"/>
            <a:ext cx="10691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i="1" dirty="0"/>
              <a:t>Sattelmodell 2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6D0C6161-B3E3-A0D1-E55B-5B99C302871C}"/>
              </a:ext>
            </a:extLst>
          </p:cNvPr>
          <p:cNvSpPr txBox="1"/>
          <p:nvPr/>
        </p:nvSpPr>
        <p:spPr>
          <a:xfrm>
            <a:off x="3684107" y="1540042"/>
            <a:ext cx="1069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Felge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B269548E-4938-EF24-781A-F0704A96120A}"/>
              </a:ext>
            </a:extLst>
          </p:cNvPr>
          <p:cNvSpPr txBox="1"/>
          <p:nvPr/>
        </p:nvSpPr>
        <p:spPr>
          <a:xfrm>
            <a:off x="4799504" y="1539627"/>
            <a:ext cx="1147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Speichen</a:t>
            </a: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1A529AA9-059A-FFB1-3A72-B0C098E0CC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8724" y="2261180"/>
            <a:ext cx="970054" cy="599765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AC2E51BC-199C-564E-344B-91AD3BA2D0D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38778" y="2221092"/>
            <a:ext cx="1190845" cy="679608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186D144C-E28D-09CC-8CE0-5F383A35E1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13721" y="2204523"/>
            <a:ext cx="1069117" cy="712745"/>
          </a:xfrm>
          <a:prstGeom prst="rect">
            <a:avLst/>
          </a:prstGeom>
        </p:spPr>
      </p:pic>
      <p:pic>
        <p:nvPicPr>
          <p:cNvPr id="24" name="Grafik 23">
            <a:extLst>
              <a:ext uri="{FF2B5EF4-FFF2-40B4-BE49-F238E27FC236}">
                <a16:creationId xmlns:a16="http://schemas.microsoft.com/office/drawing/2014/main" id="{97FBAD0F-E309-8541-B0B2-DA8D5E38B7D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69169" y="1992957"/>
            <a:ext cx="1188612" cy="1149835"/>
          </a:xfrm>
          <a:prstGeom prst="rect">
            <a:avLst/>
          </a:prstGeom>
        </p:spPr>
      </p:pic>
      <p:pic>
        <p:nvPicPr>
          <p:cNvPr id="30" name="Grafik 29">
            <a:extLst>
              <a:ext uri="{FF2B5EF4-FFF2-40B4-BE49-F238E27FC236}">
                <a16:creationId xmlns:a16="http://schemas.microsoft.com/office/drawing/2014/main" id="{8F61EBCE-AE99-E590-948C-C1E43664B31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57782" y="2031183"/>
            <a:ext cx="1215056" cy="1084204"/>
          </a:xfrm>
          <a:prstGeom prst="rect">
            <a:avLst/>
          </a:prstGeom>
        </p:spPr>
      </p:pic>
      <p:sp>
        <p:nvSpPr>
          <p:cNvPr id="31" name="Textfeld 30">
            <a:extLst>
              <a:ext uri="{FF2B5EF4-FFF2-40B4-BE49-F238E27FC236}">
                <a16:creationId xmlns:a16="http://schemas.microsoft.com/office/drawing/2014/main" id="{2B67588F-1C26-38C8-6E83-1D86EC3CE8A3}"/>
              </a:ext>
            </a:extLst>
          </p:cNvPr>
          <p:cNvSpPr txBox="1"/>
          <p:nvPr/>
        </p:nvSpPr>
        <p:spPr>
          <a:xfrm>
            <a:off x="6463340" y="1558192"/>
            <a:ext cx="10691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Inbus-schraube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6653381F-AE03-EF99-230F-97FCEBFE43D5}"/>
              </a:ext>
            </a:extLst>
          </p:cNvPr>
          <p:cNvSpPr txBox="1"/>
          <p:nvPr/>
        </p:nvSpPr>
        <p:spPr>
          <a:xfrm>
            <a:off x="7578737" y="1557777"/>
            <a:ext cx="10691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Sattel Modell 1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4DA28A91-52ED-C18F-6DCC-0ECB620971E5}"/>
              </a:ext>
            </a:extLst>
          </p:cNvPr>
          <p:cNvSpPr txBox="1"/>
          <p:nvPr/>
        </p:nvSpPr>
        <p:spPr>
          <a:xfrm>
            <a:off x="8694134" y="1557362"/>
            <a:ext cx="10691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Sattel Modell 2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5A00ED59-91F3-190C-C165-D600462B9CAC}"/>
              </a:ext>
            </a:extLst>
          </p:cNvPr>
          <p:cNvSpPr txBox="1"/>
          <p:nvPr/>
        </p:nvSpPr>
        <p:spPr>
          <a:xfrm>
            <a:off x="9809531" y="1556947"/>
            <a:ext cx="1069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Felge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026387DB-3CDC-3FAD-0E40-451DE6D5EA5A}"/>
              </a:ext>
            </a:extLst>
          </p:cNvPr>
          <p:cNvSpPr txBox="1"/>
          <p:nvPr/>
        </p:nvSpPr>
        <p:spPr>
          <a:xfrm>
            <a:off x="10924928" y="1556532"/>
            <a:ext cx="1069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Speichen</a:t>
            </a:r>
          </a:p>
        </p:txBody>
      </p: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BCC01AAF-8727-1E31-E116-B3B0C35FDC95}"/>
              </a:ext>
            </a:extLst>
          </p:cNvPr>
          <p:cNvCxnSpPr>
            <a:stCxn id="11" idx="2"/>
          </p:cNvCxnSpPr>
          <p:nvPr/>
        </p:nvCxnSpPr>
        <p:spPr>
          <a:xfrm>
            <a:off x="618621" y="2856480"/>
            <a:ext cx="268953" cy="1767717"/>
          </a:xfrm>
          <a:prstGeom prst="straightConnector1">
            <a:avLst/>
          </a:prstGeom>
          <a:ln w="412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8B2E7D99-F73F-FE0D-0702-F4AD56895FB5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618621" y="2856480"/>
            <a:ext cx="2742756" cy="1831327"/>
          </a:xfrm>
          <a:prstGeom prst="straightConnector1">
            <a:avLst/>
          </a:prstGeom>
          <a:ln w="412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383BD373-AF3E-63D2-26E1-B26EFAC5221C}"/>
              </a:ext>
            </a:extLst>
          </p:cNvPr>
          <p:cNvCxnSpPr>
            <a:cxnSpLocks/>
          </p:cNvCxnSpPr>
          <p:nvPr/>
        </p:nvCxnSpPr>
        <p:spPr>
          <a:xfrm flipH="1">
            <a:off x="1364199" y="2916932"/>
            <a:ext cx="134477" cy="1726630"/>
          </a:xfrm>
          <a:prstGeom prst="straightConnector1">
            <a:avLst/>
          </a:prstGeom>
          <a:ln w="412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Gerade Verbindung mit Pfeil 44">
            <a:extLst>
              <a:ext uri="{FF2B5EF4-FFF2-40B4-BE49-F238E27FC236}">
                <a16:creationId xmlns:a16="http://schemas.microsoft.com/office/drawing/2014/main" id="{BE8EC9F9-2365-7564-B884-35EE958C0CD2}"/>
              </a:ext>
            </a:extLst>
          </p:cNvPr>
          <p:cNvCxnSpPr>
            <a:cxnSpLocks/>
          </p:cNvCxnSpPr>
          <p:nvPr/>
        </p:nvCxnSpPr>
        <p:spPr>
          <a:xfrm>
            <a:off x="2773509" y="2934331"/>
            <a:ext cx="1050205" cy="1709231"/>
          </a:xfrm>
          <a:prstGeom prst="straightConnector1">
            <a:avLst/>
          </a:prstGeom>
          <a:ln w="412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9" name="Gerade Verbindung mit Pfeil 48">
            <a:extLst>
              <a:ext uri="{FF2B5EF4-FFF2-40B4-BE49-F238E27FC236}">
                <a16:creationId xmlns:a16="http://schemas.microsoft.com/office/drawing/2014/main" id="{6D77FC01-4CD7-D89B-D414-5F6722033C48}"/>
              </a:ext>
            </a:extLst>
          </p:cNvPr>
          <p:cNvCxnSpPr>
            <a:cxnSpLocks/>
          </p:cNvCxnSpPr>
          <p:nvPr/>
        </p:nvCxnSpPr>
        <p:spPr>
          <a:xfrm flipH="1">
            <a:off x="1628803" y="3108795"/>
            <a:ext cx="2497673" cy="1527646"/>
          </a:xfrm>
          <a:prstGeom prst="straightConnector1">
            <a:avLst/>
          </a:prstGeom>
          <a:ln w="412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F9E0524F-422B-6AE2-EACD-00C7ADDACE4D}"/>
              </a:ext>
            </a:extLst>
          </p:cNvPr>
          <p:cNvCxnSpPr>
            <a:cxnSpLocks/>
          </p:cNvCxnSpPr>
          <p:nvPr/>
        </p:nvCxnSpPr>
        <p:spPr>
          <a:xfrm>
            <a:off x="4126476" y="3108795"/>
            <a:ext cx="111569" cy="1555051"/>
          </a:xfrm>
          <a:prstGeom prst="straightConnector1">
            <a:avLst/>
          </a:prstGeom>
          <a:ln w="412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5" name="Gerade Verbindung mit Pfeil 54">
            <a:extLst>
              <a:ext uri="{FF2B5EF4-FFF2-40B4-BE49-F238E27FC236}">
                <a16:creationId xmlns:a16="http://schemas.microsoft.com/office/drawing/2014/main" id="{8964835C-0D95-10EF-02A8-9D458F437D25}"/>
              </a:ext>
            </a:extLst>
          </p:cNvPr>
          <p:cNvCxnSpPr>
            <a:cxnSpLocks/>
          </p:cNvCxnSpPr>
          <p:nvPr/>
        </p:nvCxnSpPr>
        <p:spPr>
          <a:xfrm flipH="1">
            <a:off x="2527093" y="3119642"/>
            <a:ext cx="2497673" cy="1527646"/>
          </a:xfrm>
          <a:prstGeom prst="straightConnector1">
            <a:avLst/>
          </a:prstGeom>
          <a:ln w="412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6" name="Gerade Verbindung mit Pfeil 55">
            <a:extLst>
              <a:ext uri="{FF2B5EF4-FFF2-40B4-BE49-F238E27FC236}">
                <a16:creationId xmlns:a16="http://schemas.microsoft.com/office/drawing/2014/main" id="{29613C18-25B8-A97A-690A-F6DB7CDAD287}"/>
              </a:ext>
            </a:extLst>
          </p:cNvPr>
          <p:cNvCxnSpPr>
            <a:cxnSpLocks/>
          </p:cNvCxnSpPr>
          <p:nvPr/>
        </p:nvCxnSpPr>
        <p:spPr>
          <a:xfrm>
            <a:off x="5024766" y="3119642"/>
            <a:ext cx="111569" cy="1555051"/>
          </a:xfrm>
          <a:prstGeom prst="straightConnector1">
            <a:avLst/>
          </a:prstGeom>
          <a:ln w="412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feld 64">
                <a:extLst>
                  <a:ext uri="{FF2B5EF4-FFF2-40B4-BE49-F238E27FC236}">
                    <a16:creationId xmlns:a16="http://schemas.microsoft.com/office/drawing/2014/main" id="{F2DD8B96-C76E-CAA6-62E0-AB25604282D4}"/>
                  </a:ext>
                </a:extLst>
              </p:cNvPr>
              <p:cNvSpPr txBox="1"/>
              <p:nvPr/>
            </p:nvSpPr>
            <p:spPr>
              <a:xfrm>
                <a:off x="735497" y="3627707"/>
                <a:ext cx="18113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65" name="Textfeld 64">
                <a:extLst>
                  <a:ext uri="{FF2B5EF4-FFF2-40B4-BE49-F238E27FC236}">
                    <a16:creationId xmlns:a16="http://schemas.microsoft.com/office/drawing/2014/main" id="{F2DD8B96-C76E-CAA6-62E0-AB25604282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497" y="3627707"/>
                <a:ext cx="181139" cy="276999"/>
              </a:xfrm>
              <a:prstGeom prst="rect">
                <a:avLst/>
              </a:prstGeom>
              <a:blipFill>
                <a:blip r:embed="rId12"/>
                <a:stretch>
                  <a:fillRect l="-34483" r="-31034" b="-652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feld 65">
                <a:extLst>
                  <a:ext uri="{FF2B5EF4-FFF2-40B4-BE49-F238E27FC236}">
                    <a16:creationId xmlns:a16="http://schemas.microsoft.com/office/drawing/2014/main" id="{6A51C0DC-2836-A7F7-E12E-8E612501317F}"/>
                  </a:ext>
                </a:extLst>
              </p:cNvPr>
              <p:cNvSpPr txBox="1"/>
              <p:nvPr/>
            </p:nvSpPr>
            <p:spPr>
              <a:xfrm>
                <a:off x="1848957" y="3290500"/>
                <a:ext cx="18113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66" name="Textfeld 65">
                <a:extLst>
                  <a:ext uri="{FF2B5EF4-FFF2-40B4-BE49-F238E27FC236}">
                    <a16:creationId xmlns:a16="http://schemas.microsoft.com/office/drawing/2014/main" id="{6A51C0DC-2836-A7F7-E12E-8E61250131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8957" y="3290500"/>
                <a:ext cx="181139" cy="276999"/>
              </a:xfrm>
              <a:prstGeom prst="rect">
                <a:avLst/>
              </a:prstGeom>
              <a:blipFill>
                <a:blip r:embed="rId13"/>
                <a:stretch>
                  <a:fillRect l="-30000" r="-30000" b="-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feld 66">
                <a:extLst>
                  <a:ext uri="{FF2B5EF4-FFF2-40B4-BE49-F238E27FC236}">
                    <a16:creationId xmlns:a16="http://schemas.microsoft.com/office/drawing/2014/main" id="{703EA07F-36B5-70E5-8117-FA1BC3FEEE9C}"/>
                  </a:ext>
                </a:extLst>
              </p:cNvPr>
              <p:cNvSpPr txBox="1"/>
              <p:nvPr/>
            </p:nvSpPr>
            <p:spPr>
              <a:xfrm>
                <a:off x="1252260" y="3450899"/>
                <a:ext cx="18113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67" name="Textfeld 66">
                <a:extLst>
                  <a:ext uri="{FF2B5EF4-FFF2-40B4-BE49-F238E27FC236}">
                    <a16:creationId xmlns:a16="http://schemas.microsoft.com/office/drawing/2014/main" id="{703EA07F-36B5-70E5-8117-FA1BC3FEEE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2260" y="3450899"/>
                <a:ext cx="181139" cy="276999"/>
              </a:xfrm>
              <a:prstGeom prst="rect">
                <a:avLst/>
              </a:prstGeom>
              <a:blipFill>
                <a:blip r:embed="rId14"/>
                <a:stretch>
                  <a:fillRect l="-30000" r="-30000" b="-652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feld 67">
                <a:extLst>
                  <a:ext uri="{FF2B5EF4-FFF2-40B4-BE49-F238E27FC236}">
                    <a16:creationId xmlns:a16="http://schemas.microsoft.com/office/drawing/2014/main" id="{F82DDB84-A782-82E2-B877-56A23546C491}"/>
                  </a:ext>
                </a:extLst>
              </p:cNvPr>
              <p:cNvSpPr txBox="1"/>
              <p:nvPr/>
            </p:nvSpPr>
            <p:spPr>
              <a:xfrm>
                <a:off x="2747247" y="3152000"/>
                <a:ext cx="18113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68" name="Textfeld 67">
                <a:extLst>
                  <a:ext uri="{FF2B5EF4-FFF2-40B4-BE49-F238E27FC236}">
                    <a16:creationId xmlns:a16="http://schemas.microsoft.com/office/drawing/2014/main" id="{F82DDB84-A782-82E2-B877-56A23546C4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7247" y="3152000"/>
                <a:ext cx="181139" cy="276999"/>
              </a:xfrm>
              <a:prstGeom prst="rect">
                <a:avLst/>
              </a:prstGeom>
              <a:blipFill>
                <a:blip r:embed="rId15"/>
                <a:stretch>
                  <a:fillRect l="-34483" r="-31034" b="-888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feld 68">
                <a:extLst>
                  <a:ext uri="{FF2B5EF4-FFF2-40B4-BE49-F238E27FC236}">
                    <a16:creationId xmlns:a16="http://schemas.microsoft.com/office/drawing/2014/main" id="{9F1EE6B0-DB9E-D8B0-0FAE-B527DF9541BB}"/>
                  </a:ext>
                </a:extLst>
              </p:cNvPr>
              <p:cNvSpPr txBox="1"/>
              <p:nvPr/>
            </p:nvSpPr>
            <p:spPr>
              <a:xfrm>
                <a:off x="3358217" y="3173900"/>
                <a:ext cx="18113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69" name="Textfeld 68">
                <a:extLst>
                  <a:ext uri="{FF2B5EF4-FFF2-40B4-BE49-F238E27FC236}">
                    <a16:creationId xmlns:a16="http://schemas.microsoft.com/office/drawing/2014/main" id="{9F1EE6B0-DB9E-D8B0-0FAE-B527DF9541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8217" y="3173900"/>
                <a:ext cx="181139" cy="276999"/>
              </a:xfrm>
              <a:prstGeom prst="rect">
                <a:avLst/>
              </a:prstGeom>
              <a:blipFill>
                <a:blip r:embed="rId16"/>
                <a:stretch>
                  <a:fillRect l="-33333" r="-26667" b="-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feld 69">
                <a:extLst>
                  <a:ext uri="{FF2B5EF4-FFF2-40B4-BE49-F238E27FC236}">
                    <a16:creationId xmlns:a16="http://schemas.microsoft.com/office/drawing/2014/main" id="{4E944EA1-DCD4-07D5-0193-DED1285AE8B7}"/>
                  </a:ext>
                </a:extLst>
              </p:cNvPr>
              <p:cNvSpPr txBox="1"/>
              <p:nvPr/>
            </p:nvSpPr>
            <p:spPr>
              <a:xfrm>
                <a:off x="3934984" y="3234532"/>
                <a:ext cx="18113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70" name="Textfeld 69">
                <a:extLst>
                  <a:ext uri="{FF2B5EF4-FFF2-40B4-BE49-F238E27FC236}">
                    <a16:creationId xmlns:a16="http://schemas.microsoft.com/office/drawing/2014/main" id="{4E944EA1-DCD4-07D5-0193-DED1285AE8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4984" y="3234532"/>
                <a:ext cx="181139" cy="276999"/>
              </a:xfrm>
              <a:prstGeom prst="rect">
                <a:avLst/>
              </a:prstGeom>
              <a:blipFill>
                <a:blip r:embed="rId17"/>
                <a:stretch>
                  <a:fillRect l="-34483" r="-31034" b="-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feld 70">
                <a:extLst>
                  <a:ext uri="{FF2B5EF4-FFF2-40B4-BE49-F238E27FC236}">
                    <a16:creationId xmlns:a16="http://schemas.microsoft.com/office/drawing/2014/main" id="{490A2708-EBC8-6753-C608-8BF6D33B67C1}"/>
                  </a:ext>
                </a:extLst>
              </p:cNvPr>
              <p:cNvSpPr txBox="1"/>
              <p:nvPr/>
            </p:nvSpPr>
            <p:spPr>
              <a:xfrm>
                <a:off x="4554858" y="3422982"/>
                <a:ext cx="30937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72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71" name="Textfeld 70">
                <a:extLst>
                  <a:ext uri="{FF2B5EF4-FFF2-40B4-BE49-F238E27FC236}">
                    <a16:creationId xmlns:a16="http://schemas.microsoft.com/office/drawing/2014/main" id="{490A2708-EBC8-6753-C608-8BF6D33B67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4858" y="3422982"/>
                <a:ext cx="309379" cy="276999"/>
              </a:xfrm>
              <a:prstGeom prst="rect">
                <a:avLst/>
              </a:prstGeom>
              <a:blipFill>
                <a:blip r:embed="rId18"/>
                <a:stretch>
                  <a:fillRect l="-17647" r="-17647" b="-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feld 71">
                <a:extLst>
                  <a:ext uri="{FF2B5EF4-FFF2-40B4-BE49-F238E27FC236}">
                    <a16:creationId xmlns:a16="http://schemas.microsoft.com/office/drawing/2014/main" id="{33F1D9B5-A9B4-B3A0-F0A7-47DBE0D889C9}"/>
                  </a:ext>
                </a:extLst>
              </p:cNvPr>
              <p:cNvSpPr txBox="1"/>
              <p:nvPr/>
            </p:nvSpPr>
            <p:spPr>
              <a:xfrm>
                <a:off x="5134492" y="3446918"/>
                <a:ext cx="30938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64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72" name="Textfeld 71">
                <a:extLst>
                  <a:ext uri="{FF2B5EF4-FFF2-40B4-BE49-F238E27FC236}">
                    <a16:creationId xmlns:a16="http://schemas.microsoft.com/office/drawing/2014/main" id="{33F1D9B5-A9B4-B3A0-F0A7-47DBE0D889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4492" y="3446918"/>
                <a:ext cx="309380" cy="276999"/>
              </a:xfrm>
              <a:prstGeom prst="rect">
                <a:avLst/>
              </a:prstGeom>
              <a:blipFill>
                <a:blip r:embed="rId19"/>
                <a:stretch>
                  <a:fillRect l="-17647" r="-17647" b="-652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3" name="Gerade Verbindung mit Pfeil 72">
            <a:extLst>
              <a:ext uri="{FF2B5EF4-FFF2-40B4-BE49-F238E27FC236}">
                <a16:creationId xmlns:a16="http://schemas.microsoft.com/office/drawing/2014/main" id="{35478F98-B9FF-0D1A-B626-E73ED5C4343D}"/>
              </a:ext>
            </a:extLst>
          </p:cNvPr>
          <p:cNvCxnSpPr/>
          <p:nvPr/>
        </p:nvCxnSpPr>
        <p:spPr>
          <a:xfrm>
            <a:off x="7007021" y="2909523"/>
            <a:ext cx="268953" cy="1767717"/>
          </a:xfrm>
          <a:prstGeom prst="straightConnector1">
            <a:avLst/>
          </a:prstGeom>
          <a:ln w="412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Gerade Verbindung mit Pfeil 73">
            <a:extLst>
              <a:ext uri="{FF2B5EF4-FFF2-40B4-BE49-F238E27FC236}">
                <a16:creationId xmlns:a16="http://schemas.microsoft.com/office/drawing/2014/main" id="{95B8619F-D3B8-0FC3-4F50-9AF63470A432}"/>
              </a:ext>
            </a:extLst>
          </p:cNvPr>
          <p:cNvCxnSpPr>
            <a:cxnSpLocks/>
          </p:cNvCxnSpPr>
          <p:nvPr/>
        </p:nvCxnSpPr>
        <p:spPr>
          <a:xfrm>
            <a:off x="7007021" y="2909523"/>
            <a:ext cx="2742756" cy="1831327"/>
          </a:xfrm>
          <a:prstGeom prst="straightConnector1">
            <a:avLst/>
          </a:prstGeom>
          <a:ln w="412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Gerade Verbindung mit Pfeil 74">
            <a:extLst>
              <a:ext uri="{FF2B5EF4-FFF2-40B4-BE49-F238E27FC236}">
                <a16:creationId xmlns:a16="http://schemas.microsoft.com/office/drawing/2014/main" id="{6D716127-072B-17AF-5B2F-F31E58C75DA8}"/>
              </a:ext>
            </a:extLst>
          </p:cNvPr>
          <p:cNvCxnSpPr>
            <a:cxnSpLocks/>
          </p:cNvCxnSpPr>
          <p:nvPr/>
        </p:nvCxnSpPr>
        <p:spPr>
          <a:xfrm flipH="1">
            <a:off x="7542893" y="2982415"/>
            <a:ext cx="134477" cy="1726630"/>
          </a:xfrm>
          <a:prstGeom prst="straightConnector1">
            <a:avLst/>
          </a:prstGeom>
          <a:ln w="412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6" name="Gerade Verbindung mit Pfeil 75">
            <a:extLst>
              <a:ext uri="{FF2B5EF4-FFF2-40B4-BE49-F238E27FC236}">
                <a16:creationId xmlns:a16="http://schemas.microsoft.com/office/drawing/2014/main" id="{42124FEC-5F5B-E730-01A3-29BCA9E60389}"/>
              </a:ext>
            </a:extLst>
          </p:cNvPr>
          <p:cNvCxnSpPr>
            <a:cxnSpLocks/>
          </p:cNvCxnSpPr>
          <p:nvPr/>
        </p:nvCxnSpPr>
        <p:spPr>
          <a:xfrm>
            <a:off x="8952203" y="2999814"/>
            <a:ext cx="1050205" cy="1709231"/>
          </a:xfrm>
          <a:prstGeom prst="straightConnector1">
            <a:avLst/>
          </a:prstGeom>
          <a:ln w="412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7" name="Gerade Verbindung mit Pfeil 76">
            <a:extLst>
              <a:ext uri="{FF2B5EF4-FFF2-40B4-BE49-F238E27FC236}">
                <a16:creationId xmlns:a16="http://schemas.microsoft.com/office/drawing/2014/main" id="{464C1D69-9DA0-B8C9-C82B-124E5186CBC8}"/>
              </a:ext>
            </a:extLst>
          </p:cNvPr>
          <p:cNvCxnSpPr>
            <a:cxnSpLocks/>
          </p:cNvCxnSpPr>
          <p:nvPr/>
        </p:nvCxnSpPr>
        <p:spPr>
          <a:xfrm flipH="1">
            <a:off x="7807497" y="3174278"/>
            <a:ext cx="2497673" cy="1527646"/>
          </a:xfrm>
          <a:prstGeom prst="straightConnector1">
            <a:avLst/>
          </a:prstGeom>
          <a:ln w="412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8" name="Gerade Verbindung mit Pfeil 77">
            <a:extLst>
              <a:ext uri="{FF2B5EF4-FFF2-40B4-BE49-F238E27FC236}">
                <a16:creationId xmlns:a16="http://schemas.microsoft.com/office/drawing/2014/main" id="{66FFBC20-5FCE-ACD4-C874-B5519DCD6B83}"/>
              </a:ext>
            </a:extLst>
          </p:cNvPr>
          <p:cNvCxnSpPr>
            <a:cxnSpLocks/>
          </p:cNvCxnSpPr>
          <p:nvPr/>
        </p:nvCxnSpPr>
        <p:spPr>
          <a:xfrm>
            <a:off x="10305170" y="3174278"/>
            <a:ext cx="111569" cy="1555051"/>
          </a:xfrm>
          <a:prstGeom prst="straightConnector1">
            <a:avLst/>
          </a:prstGeom>
          <a:ln w="412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" name="Gerade Verbindung mit Pfeil 78">
            <a:extLst>
              <a:ext uri="{FF2B5EF4-FFF2-40B4-BE49-F238E27FC236}">
                <a16:creationId xmlns:a16="http://schemas.microsoft.com/office/drawing/2014/main" id="{C1CE7DB8-6589-09C7-64EB-592082AC1048}"/>
              </a:ext>
            </a:extLst>
          </p:cNvPr>
          <p:cNvCxnSpPr>
            <a:cxnSpLocks/>
          </p:cNvCxnSpPr>
          <p:nvPr/>
        </p:nvCxnSpPr>
        <p:spPr>
          <a:xfrm flipH="1">
            <a:off x="8705787" y="3185125"/>
            <a:ext cx="2497673" cy="1527646"/>
          </a:xfrm>
          <a:prstGeom prst="straightConnector1">
            <a:avLst/>
          </a:prstGeom>
          <a:ln w="412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Gerade Verbindung mit Pfeil 79">
            <a:extLst>
              <a:ext uri="{FF2B5EF4-FFF2-40B4-BE49-F238E27FC236}">
                <a16:creationId xmlns:a16="http://schemas.microsoft.com/office/drawing/2014/main" id="{A6D37659-E690-075C-FEB5-EC03CE53A423}"/>
              </a:ext>
            </a:extLst>
          </p:cNvPr>
          <p:cNvCxnSpPr>
            <a:cxnSpLocks/>
          </p:cNvCxnSpPr>
          <p:nvPr/>
        </p:nvCxnSpPr>
        <p:spPr>
          <a:xfrm>
            <a:off x="11203460" y="3185125"/>
            <a:ext cx="111569" cy="1555051"/>
          </a:xfrm>
          <a:prstGeom prst="straightConnector1">
            <a:avLst/>
          </a:prstGeom>
          <a:ln w="412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feld 80">
                <a:extLst>
                  <a:ext uri="{FF2B5EF4-FFF2-40B4-BE49-F238E27FC236}">
                    <a16:creationId xmlns:a16="http://schemas.microsoft.com/office/drawing/2014/main" id="{15227B6C-7580-A1DA-2FB5-3F005BF81E66}"/>
                  </a:ext>
                </a:extLst>
              </p:cNvPr>
              <p:cNvSpPr txBox="1"/>
              <p:nvPr/>
            </p:nvSpPr>
            <p:spPr>
              <a:xfrm>
                <a:off x="6796362" y="3693048"/>
                <a:ext cx="30937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81" name="Textfeld 80">
                <a:extLst>
                  <a:ext uri="{FF2B5EF4-FFF2-40B4-BE49-F238E27FC236}">
                    <a16:creationId xmlns:a16="http://schemas.microsoft.com/office/drawing/2014/main" id="{15227B6C-7580-A1DA-2FB5-3F005BF81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6362" y="3693048"/>
                <a:ext cx="309379" cy="276999"/>
              </a:xfrm>
              <a:prstGeom prst="rect">
                <a:avLst/>
              </a:prstGeom>
              <a:blipFill>
                <a:blip r:embed="rId20"/>
                <a:stretch>
                  <a:fillRect l="-19608" r="-15686" b="-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feld 81">
                <a:extLst>
                  <a:ext uri="{FF2B5EF4-FFF2-40B4-BE49-F238E27FC236}">
                    <a16:creationId xmlns:a16="http://schemas.microsoft.com/office/drawing/2014/main" id="{4B12656E-AB24-1F6B-2C71-3C1089A38E35}"/>
                  </a:ext>
                </a:extLst>
              </p:cNvPr>
              <p:cNvSpPr txBox="1"/>
              <p:nvPr/>
            </p:nvSpPr>
            <p:spPr>
              <a:xfrm>
                <a:off x="8027651" y="3355983"/>
                <a:ext cx="18113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82" name="Textfeld 81">
                <a:extLst>
                  <a:ext uri="{FF2B5EF4-FFF2-40B4-BE49-F238E27FC236}">
                    <a16:creationId xmlns:a16="http://schemas.microsoft.com/office/drawing/2014/main" id="{4B12656E-AB24-1F6B-2C71-3C1089A38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7651" y="3355983"/>
                <a:ext cx="181139" cy="276999"/>
              </a:xfrm>
              <a:prstGeom prst="rect">
                <a:avLst/>
              </a:prstGeom>
              <a:blipFill>
                <a:blip r:embed="rId21"/>
                <a:stretch>
                  <a:fillRect l="-33333" r="-26667" b="-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feld 82">
                <a:extLst>
                  <a:ext uri="{FF2B5EF4-FFF2-40B4-BE49-F238E27FC236}">
                    <a16:creationId xmlns:a16="http://schemas.microsoft.com/office/drawing/2014/main" id="{101C0BCB-BC7F-0F3F-E0C2-43820F409F89}"/>
                  </a:ext>
                </a:extLst>
              </p:cNvPr>
              <p:cNvSpPr txBox="1"/>
              <p:nvPr/>
            </p:nvSpPr>
            <p:spPr>
              <a:xfrm>
                <a:off x="7430954" y="3516382"/>
                <a:ext cx="18113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83" name="Textfeld 82">
                <a:extLst>
                  <a:ext uri="{FF2B5EF4-FFF2-40B4-BE49-F238E27FC236}">
                    <a16:creationId xmlns:a16="http://schemas.microsoft.com/office/drawing/2014/main" id="{101C0BCB-BC7F-0F3F-E0C2-43820F409F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0954" y="3516382"/>
                <a:ext cx="181139" cy="276999"/>
              </a:xfrm>
              <a:prstGeom prst="rect">
                <a:avLst/>
              </a:prstGeom>
              <a:blipFill>
                <a:blip r:embed="rId22"/>
                <a:stretch>
                  <a:fillRect l="-33333" r="-26667" b="-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feld 83">
                <a:extLst>
                  <a:ext uri="{FF2B5EF4-FFF2-40B4-BE49-F238E27FC236}">
                    <a16:creationId xmlns:a16="http://schemas.microsoft.com/office/drawing/2014/main" id="{5DAAC012-0B3A-AA63-5F53-BF50D90DA204}"/>
                  </a:ext>
                </a:extLst>
              </p:cNvPr>
              <p:cNvSpPr txBox="1"/>
              <p:nvPr/>
            </p:nvSpPr>
            <p:spPr>
              <a:xfrm>
                <a:off x="8925941" y="3217483"/>
                <a:ext cx="18113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84" name="Textfeld 83">
                <a:extLst>
                  <a:ext uri="{FF2B5EF4-FFF2-40B4-BE49-F238E27FC236}">
                    <a16:creationId xmlns:a16="http://schemas.microsoft.com/office/drawing/2014/main" id="{5DAAC012-0B3A-AA63-5F53-BF50D90DA2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5941" y="3217483"/>
                <a:ext cx="181139" cy="276999"/>
              </a:xfrm>
              <a:prstGeom prst="rect">
                <a:avLst/>
              </a:prstGeom>
              <a:blipFill>
                <a:blip r:embed="rId23"/>
                <a:stretch>
                  <a:fillRect l="-30000" r="-30000" b="-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feld 84">
                <a:extLst>
                  <a:ext uri="{FF2B5EF4-FFF2-40B4-BE49-F238E27FC236}">
                    <a16:creationId xmlns:a16="http://schemas.microsoft.com/office/drawing/2014/main" id="{F97760E0-7C74-CD5D-FC57-9C93226E3A87}"/>
                  </a:ext>
                </a:extLst>
              </p:cNvPr>
              <p:cNvSpPr txBox="1"/>
              <p:nvPr/>
            </p:nvSpPr>
            <p:spPr>
              <a:xfrm>
                <a:off x="9536911" y="3239383"/>
                <a:ext cx="18113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85" name="Textfeld 84">
                <a:extLst>
                  <a:ext uri="{FF2B5EF4-FFF2-40B4-BE49-F238E27FC236}">
                    <a16:creationId xmlns:a16="http://schemas.microsoft.com/office/drawing/2014/main" id="{F97760E0-7C74-CD5D-FC57-9C93226E3A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6911" y="3239383"/>
                <a:ext cx="181139" cy="276999"/>
              </a:xfrm>
              <a:prstGeom prst="rect">
                <a:avLst/>
              </a:prstGeom>
              <a:blipFill>
                <a:blip r:embed="rId24"/>
                <a:stretch>
                  <a:fillRect l="-30000" r="-30000" b="-652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feld 85">
                <a:extLst>
                  <a:ext uri="{FF2B5EF4-FFF2-40B4-BE49-F238E27FC236}">
                    <a16:creationId xmlns:a16="http://schemas.microsoft.com/office/drawing/2014/main" id="{0E4A2118-0CAD-C965-ED55-EE503D6DA01B}"/>
                  </a:ext>
                </a:extLst>
              </p:cNvPr>
              <p:cNvSpPr txBox="1"/>
              <p:nvPr/>
            </p:nvSpPr>
            <p:spPr>
              <a:xfrm>
                <a:off x="10113678" y="3300015"/>
                <a:ext cx="18113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86" name="Textfeld 85">
                <a:extLst>
                  <a:ext uri="{FF2B5EF4-FFF2-40B4-BE49-F238E27FC236}">
                    <a16:creationId xmlns:a16="http://schemas.microsoft.com/office/drawing/2014/main" id="{0E4A2118-0CAD-C965-ED55-EE503D6DA0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3678" y="3300015"/>
                <a:ext cx="181139" cy="276999"/>
              </a:xfrm>
              <a:prstGeom prst="rect">
                <a:avLst/>
              </a:prstGeom>
              <a:blipFill>
                <a:blip r:embed="rId25"/>
                <a:stretch>
                  <a:fillRect l="-30000" r="-30000" b="-652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feld 86">
                <a:extLst>
                  <a:ext uri="{FF2B5EF4-FFF2-40B4-BE49-F238E27FC236}">
                    <a16:creationId xmlns:a16="http://schemas.microsoft.com/office/drawing/2014/main" id="{F6ED3E3B-205C-3134-AB51-FEBCA74372BA}"/>
                  </a:ext>
                </a:extLst>
              </p:cNvPr>
              <p:cNvSpPr txBox="1"/>
              <p:nvPr/>
            </p:nvSpPr>
            <p:spPr>
              <a:xfrm>
                <a:off x="10733552" y="3488465"/>
                <a:ext cx="30938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70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87" name="Textfeld 86">
                <a:extLst>
                  <a:ext uri="{FF2B5EF4-FFF2-40B4-BE49-F238E27FC236}">
                    <a16:creationId xmlns:a16="http://schemas.microsoft.com/office/drawing/2014/main" id="{F6ED3E3B-205C-3134-AB51-FEBCA74372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3552" y="3488465"/>
                <a:ext cx="309380" cy="276999"/>
              </a:xfrm>
              <a:prstGeom prst="rect">
                <a:avLst/>
              </a:prstGeom>
              <a:blipFill>
                <a:blip r:embed="rId26"/>
                <a:stretch>
                  <a:fillRect l="-19608" r="-15686" b="-652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feld 87">
                <a:extLst>
                  <a:ext uri="{FF2B5EF4-FFF2-40B4-BE49-F238E27FC236}">
                    <a16:creationId xmlns:a16="http://schemas.microsoft.com/office/drawing/2014/main" id="{57167E70-C39D-04A8-6474-B218B7F3CD5B}"/>
                  </a:ext>
                </a:extLst>
              </p:cNvPr>
              <p:cNvSpPr txBox="1"/>
              <p:nvPr/>
            </p:nvSpPr>
            <p:spPr>
              <a:xfrm>
                <a:off x="11313186" y="3512401"/>
                <a:ext cx="30938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68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88" name="Textfeld 87">
                <a:extLst>
                  <a:ext uri="{FF2B5EF4-FFF2-40B4-BE49-F238E27FC236}">
                    <a16:creationId xmlns:a16="http://schemas.microsoft.com/office/drawing/2014/main" id="{57167E70-C39D-04A8-6474-B218B7F3CD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13186" y="3512401"/>
                <a:ext cx="309380" cy="276999"/>
              </a:xfrm>
              <a:prstGeom prst="rect">
                <a:avLst/>
              </a:prstGeom>
              <a:blipFill>
                <a:blip r:embed="rId27"/>
                <a:stretch>
                  <a:fillRect l="-19608" r="-15686" b="-652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0" name="Grafik 89">
            <a:extLst>
              <a:ext uri="{FF2B5EF4-FFF2-40B4-BE49-F238E27FC236}">
                <a16:creationId xmlns:a16="http://schemas.microsoft.com/office/drawing/2014/main" id="{67A4758B-F9A8-11EE-1C67-7952F92EA9F8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201768" y="69147"/>
            <a:ext cx="1607764" cy="1111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233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</Words>
  <Application>Microsoft Macintosh PowerPoint</Application>
  <PresentationFormat>Breitbild</PresentationFormat>
  <Paragraphs>31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 Klaedtke</dc:creator>
  <cp:lastModifiedBy>Christ Vera</cp:lastModifiedBy>
  <cp:revision>3</cp:revision>
  <dcterms:created xsi:type="dcterms:W3CDTF">2026-08-18T14:56:37Z</dcterms:created>
  <dcterms:modified xsi:type="dcterms:W3CDTF">2026-08-20T09:25:13Z</dcterms:modified>
</cp:coreProperties>
</file>