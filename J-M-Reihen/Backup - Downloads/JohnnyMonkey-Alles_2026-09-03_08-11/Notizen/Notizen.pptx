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IdLst>
    <p:sldId id="256" r:id="rId1"/>
    <p:sldId id="257" r:id="rId2"/>
    <p:sldId id="258" r:id="rId3"/>
    <p:sldId id="259" r:id="rId4"/>
  </p:sldIdLst>
  <p:sldSz cx="9144000" cy="6858000" type="screen4x3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Relationship Id="rId4" Type="http://schemas.openxmlformats.org/officeDocument/2006/relationships/slide" Target="slides/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ToDo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• Mal was probieren: Hü übernächste Woche?</a:t>
            </a:r>
          </a:p>
          <a:p>
            <a:pPr/>
            <a:r>
              <a:rPr lang="de-DE" sz="1600" dirty="0"/>
              <a:t>• Thementracks? Meine AG?</a:t>
            </a:r>
          </a:p>
          <a:p>
            <a:pPr/>
            <a:r>
              <a:rPr lang="de-DE" sz="1600" dirty="0"/>
              <a:t>• Die inverse Matrix \(A -1 \) ermöglicht das Rückwärtsrechnen.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Vorwärts: \(\vec a_1=A\vec a_0\)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Rückwärts: \(\vec a_0=A -1 \vec a_1\)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Für \(A=\begin{pmatrix}a&amp;b\\c&amp;d\end{pmatrix}\) gilt: \(A -1 =\frac{1}{ad-bc}\begin{pmatrix}d&amp;-b\\-c&amp;a\end{pmatrix}\)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Die inverse Matrix existiert nur, wenn \(\det(A)=ad-bc\neq0\).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Es gilt: \(A -1 A=I\) mit \(I=\begin{pmatrix}1&amp;0\\0&amp;1\end{pmatrix}\).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😃😀 ODER</a:t>
            </a:r>
          </a:p>
          <a:p>
            <a:pPr/>
            <a:r>
              <a:rPr lang="de-DE" sz="1600" dirty="0"/>
              <a:t>• Mit dem Stift in die Lösungsfolie der Tickets schreiben können und ach die Tickets selbst, für Skizzen , Formeln etc.</a:t>
            </a:r>
          </a:p>
          <a:p>
            <a:pPr/>
            <a:r>
              <a:rPr lang="de-DE" sz="1600" dirty="0"/>
              <a:t> • 5er: • neue Tickets</a:t>
            </a:r>
          </a:p>
          <a:p>
            <a:pPr/>
            <a:r>
              <a:rPr lang="de-DE" sz="1600" dirty="0"/>
              <a:t>• HÜ Klasse 5</a:t>
            </a:r>
          </a:p>
          <a:p>
            <a:pPr/>
            <a:r>
              <a:rPr lang="de-DE" sz="1600" dirty="0"/>
              <a:t>• ANTON für Montag</a:t>
            </a:r>
          </a:p>
          <a:p>
            <a:pPr/>
            <a:r>
              <a:rPr lang="de-DE" sz="1600" dirty="0"/>
              <a:t>• HÜ LKSpiel aufschreiben, Sitzen stehen, dann abschreiben, dann Aufgabe, dann Ha, dann Abschluss ordentlih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• Informatik</a:t>
            </a:r>
          </a:p>
          <a:p>
            <a:pPr/>
            <a:r>
              <a:rPr lang="de-DE" sz="1600" dirty="0"/>
              <a:t>• LK • ÜBersichts - Merkblatt</a:t>
            </a:r>
          </a:p>
          <a:p>
            <a:pPr/>
            <a:r>
              <a:rPr lang="de-DE" sz="1600" dirty="0"/>
              <a:t>• neue Karten</a:t>
            </a:r>
          </a:p>
          <a:p>
            <a:pPr/>
            <a:r>
              <a:rPr lang="de-DE" sz="1600" dirty="0"/>
              <a:t>• erste HÜ/QUiz u</a:t>
            </a:r>
          </a:p>
          <a:p>
            <a:pPr/>
            <a:r>
              <a:rPr lang="de-DE" sz="1600" dirty="0"/>
              <a:t> </a:t>
            </a:r>
          </a:p>
          <a:p>
            <a:pPr/>
            <a:r>
              <a:rPr lang="de-DE" sz="1600" dirty="0"/>
              <a:t> • Themen : GeoCaching !!!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SuS Notizen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Datum Gruppe Keine Hausaufgaben ❌ Hausaufgaben 😀</a:t>
            </a:r>
          </a:p>
          <a:p>
            <a:pPr/>
            <a:r>
              <a:rPr lang="de-DE" sz="1600" dirty="0"/>
              <a:t> 21.08 11 Aron Schröder, Felix Reinhard</a:t>
            </a:r>
          </a:p>
          <a:p>
            <a:pPr/>
            <a:r>
              <a:rPr lang="de-DE" sz="1600" dirty="0"/>
              <a:t> Jan Jung</a:t>
            </a:r>
          </a:p>
          <a:p>
            <a:pPr/>
            <a:r>
              <a:rPr lang="de-DE" sz="1600" dirty="0"/>
              <a:t> 24.08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Notiz 3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[Bild] \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"/>
          <p:cNvSpPr txBox="1"/>
          <p:nvPr/>
        </p:nvSpPr>
        <p:spPr>
          <a:xfrm>
            <a:off x="457200" y="228600"/>
            <a:ext cx="8229600" cy="11430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2800" b="1" dirty="0"/>
              <a:t>Notiz 4</a:t>
            </a:r>
          </a:p>
        </p:txBody>
      </p:sp>
      <p:sp>
        <p:nvSpPr>
          <p:cNvPr id="3" name="Text"/>
          <p:cNvSpPr txBox="1"/>
          <p:nvPr/>
        </p:nvSpPr>
        <p:spPr>
          <a:xfrm>
            <a:off x="457200" y="1600200"/>
            <a:ext cx="8229600" cy="4800600"/>
          </a:xfrm>
          <a:prstGeom prst="rect">
            <a:avLst/>
          </a:prstGeom>
        </p:spPr>
        <p:txBody>
          <a:bodyPr wrap="square" rtlCol="0"/>
          <a:lstStyle/>
          <a:p>
            <a:r>
              <a:rPr lang="de-DE" sz="1600" dirty="0"/>
              <a:t>[Bild] [Bild] \</a:t>
            </a:r>
          </a:p>
        </p:txBody>
      </p:sp>
    </p:spTree>
  </p:cSld>
  <p:clrMapOvr>
    <a:masterClrMapping/>
  </p:clrMapOvr>
</p:sld>
</file>