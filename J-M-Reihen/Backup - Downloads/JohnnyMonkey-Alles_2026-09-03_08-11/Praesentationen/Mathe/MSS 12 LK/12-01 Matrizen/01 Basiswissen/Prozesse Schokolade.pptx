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48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7EB577-F7FA-AC93-A9A2-37C990E90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E292972-3154-FBBF-39B4-6F5A6ADD8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7ABDF9-06CA-0B55-845A-E13AC6BD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FC26E-94B7-4749-9F27-92912D9236AA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D9E96F-06A6-3CDD-2287-9CD84C5C4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8BBA9-2B67-FD01-7886-46D26313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6F32-9D21-49EE-8994-D3C437D014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2796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A87A02-A9BD-B9D8-5955-BD83857DF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AC050B-C601-9A21-368B-51B3943E8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BBBFBE-65F4-DF00-0550-882F49767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FC26E-94B7-4749-9F27-92912D9236AA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FB7F5B-AA9B-6E41-1E49-F6165F76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9DC02E-79A6-A124-1BCD-0F42C9D1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6F32-9D21-49EE-8994-D3C437D014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117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FC9B49-F309-9F7A-5D17-D6849774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031433-BA77-6C5A-5D7F-9F3FF12D3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1D0A64-DDA8-97E2-3112-C1B4E7E0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FC26E-94B7-4749-9F27-92912D9236AA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01DB37-3E8C-ADA4-917B-30FBABE67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1C57CE-79CB-097E-9FF9-93FDA3DC1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6F32-9D21-49EE-8994-D3C437D014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236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CD3B6-AD00-DEA8-E1A5-6805FB60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66683C-25F8-E8D8-D7E6-634964FFB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F9223C7-8FA4-8D47-C233-015FB36F7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8106A9-5143-B7A2-22BE-872E8AF53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FC26E-94B7-4749-9F27-92912D9236AA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8EC6D8-5DC8-89F2-7598-FA84E5A9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B8BEB5-143F-EEDA-037A-E7B29803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6F32-9D21-49EE-8994-D3C437D014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1274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A3810D-8FBA-E510-DFC9-333A90ADC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5DF64E-0D12-F2A6-3868-0B7A0B13D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9636C4-3ADF-2A3A-33CA-EBE7F6F9E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FBA9173-D336-8FD8-F950-9297F8813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761C95D-8032-BCBF-F659-841FE8EE5D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B424DCF-C1A9-EB6C-2A73-46353F894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FC26E-94B7-4749-9F27-92912D9236AA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AD7707A-F2B2-943A-29C4-A5A87CA9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DD782C1-A974-75C2-7CB1-F3A50040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6F32-9D21-49EE-8994-D3C437D014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4607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F57178-D16E-4A4C-097B-D895F3906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73F4E9-BA3A-B74C-8E41-44C7793F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FC26E-94B7-4749-9F27-92912D9236AA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4D6B344-C2F1-71BE-E9D8-E8FD199E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4B8387-06A9-D42F-1115-D28B5C18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6F32-9D21-49EE-8994-D3C437D014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08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5EA63E-E55A-F047-477A-5597DE87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FC26E-94B7-4749-9F27-92912D9236AA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658A5C-E96A-0286-13D2-AE34D457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06C462-BFC2-0049-8D8D-5105B22D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6F32-9D21-49EE-8994-D3C437D014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301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D8D0DA-BB45-64C7-F9B7-90983D99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95F86E-60DD-1C36-9A1D-CC4AF4494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BF923A7-036E-51B3-0CBE-06E445046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C852B5-369F-2884-B73C-346CB00F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FC26E-94B7-4749-9F27-92912D9236AA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1E8B519-A741-C6D0-1B6E-11AC47492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0175ED-F61E-7244-41C5-A1025220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6F32-9D21-49EE-8994-D3C437D014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11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F561B-140D-4667-7F5A-A43F7DF5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DE9B3B6-1CEF-23D2-F692-C5B1FEFCC3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5EDDFAD-9FC5-1FEA-93B5-EDD451EFA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81028A-D7CC-B3A5-9AB2-055726D8E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FC26E-94B7-4749-9F27-92912D9236AA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4B3962-4369-846B-445D-7F555AF5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3DDF35-CAF3-4C19-FF7E-062527F10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6F32-9D21-49EE-8994-D3C437D014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712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7E8DA9-C6A1-1920-293F-8119B984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8E2707C-D1AC-0DBE-E07A-16A348F60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F7D89F-4688-CD57-953C-8462EDC9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FC26E-94B7-4749-9F27-92912D9236AA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7F744E-9ED6-22B8-600F-B37FD084F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787D27-EC46-4CDD-510A-4645608C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6F32-9D21-49EE-8994-D3C437D014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12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C5E8828-2681-C2FC-4F0A-BBC9F4E971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A049FE-A6FF-E54C-6813-8A314D6EA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2981D-7354-B316-579F-71ACEAB7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FC26E-94B7-4749-9F27-92912D9236AA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7E59D3-553F-22EB-14F4-24B057EC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07FE7C-24A8-528C-A063-345E0EE2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6F32-9D21-49EE-8994-D3C437D014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919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933B737-7547-453D-12D0-1222438FC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63968A-9EBE-7C89-6827-05D342156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E91561-08F9-AAB5-68EB-5F993795FA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FC26E-94B7-4749-9F27-92912D9236AA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48911A-6CC2-0DAC-0628-32A9B0CA1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1C1BBF-AD43-0325-9762-5054DE492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F6F32-9D21-49EE-8994-D3C437D014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0013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57F1721-D878-036E-D517-96471897F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341" y="2717329"/>
            <a:ext cx="2367454" cy="114941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D32539B-6FE2-A312-8F6E-BA1FC79E8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921" y="2826259"/>
            <a:ext cx="1967952" cy="112766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E795BE3-9074-56C4-472D-F570D866F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454" y="2833453"/>
            <a:ext cx="2367454" cy="112047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94C73AE-9B89-EDE4-6C42-830ACED3C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851" y="5288155"/>
            <a:ext cx="2086783" cy="100304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0E1A8BA-FC8A-B96E-E41E-E9AA9DEA64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8818" y="5051644"/>
            <a:ext cx="2017279" cy="128257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61A40D6-F828-9A9B-B104-45665F1E58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905" y="4911279"/>
            <a:ext cx="2102092" cy="153320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C502410-0231-613C-C7AB-1FC68982B7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9724" y="4793591"/>
            <a:ext cx="1538238" cy="1650897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96666224-8716-A30A-55E9-ABA1456786EA}"/>
              </a:ext>
            </a:extLst>
          </p:cNvPr>
          <p:cNvSpPr txBox="1"/>
          <p:nvPr/>
        </p:nvSpPr>
        <p:spPr>
          <a:xfrm>
            <a:off x="119270" y="6334215"/>
            <a:ext cx="241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Kakaopulver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5C42321-D8D8-7F53-F929-D314E51EE9D1}"/>
              </a:ext>
            </a:extLst>
          </p:cNvPr>
          <p:cNvSpPr txBox="1"/>
          <p:nvPr/>
        </p:nvSpPr>
        <p:spPr>
          <a:xfrm>
            <a:off x="3258859" y="6334215"/>
            <a:ext cx="241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Kakaobutter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E1DA9CC-F7C5-3EA2-6D27-BA1033668062}"/>
              </a:ext>
            </a:extLst>
          </p:cNvPr>
          <p:cNvSpPr txBox="1"/>
          <p:nvPr/>
        </p:nvSpPr>
        <p:spPr>
          <a:xfrm>
            <a:off x="6398448" y="6421232"/>
            <a:ext cx="241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Zucker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09752F2-875A-5375-D9DE-3DCA2F7283BE}"/>
              </a:ext>
            </a:extLst>
          </p:cNvPr>
          <p:cNvSpPr txBox="1"/>
          <p:nvPr/>
        </p:nvSpPr>
        <p:spPr>
          <a:xfrm>
            <a:off x="9690245" y="6421232"/>
            <a:ext cx="241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Milchpulver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4295C41C-E14F-FA0F-12B7-B97E6E9457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8859" y="60017"/>
            <a:ext cx="1803492" cy="1746339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6EB39E50-5DBB-A87E-0F1E-944B907D93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5205" y="67436"/>
            <a:ext cx="1803492" cy="1835813"/>
          </a:xfrm>
          <a:prstGeom prst="rect">
            <a:avLst/>
          </a:prstGeom>
        </p:spPr>
      </p:pic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07B92AE-BCB1-D426-5C91-AFCD776FCBE2}"/>
              </a:ext>
            </a:extLst>
          </p:cNvPr>
          <p:cNvCxnSpPr>
            <a:cxnSpLocks/>
          </p:cNvCxnSpPr>
          <p:nvPr/>
        </p:nvCxnSpPr>
        <p:spPr>
          <a:xfrm flipV="1">
            <a:off x="1119836" y="3909765"/>
            <a:ext cx="612602" cy="1296193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2E1F6A1D-1174-6508-11CE-90DC93632B4C}"/>
              </a:ext>
            </a:extLst>
          </p:cNvPr>
          <p:cNvCxnSpPr>
            <a:cxnSpLocks/>
          </p:cNvCxnSpPr>
          <p:nvPr/>
        </p:nvCxnSpPr>
        <p:spPr>
          <a:xfrm flipV="1">
            <a:off x="1632636" y="3986536"/>
            <a:ext cx="7183008" cy="1257457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ECCB867F-3BBF-D0B4-C2C7-72A956C86DC7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2442068" y="3866745"/>
            <a:ext cx="1443332" cy="1184899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77FF4451-3368-BDFC-0584-6CD64039C770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467458" y="3971689"/>
            <a:ext cx="1094890" cy="1079955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54228DAD-6B2C-6435-AA55-BBD7FBCEDE6D}"/>
              </a:ext>
            </a:extLst>
          </p:cNvPr>
          <p:cNvCxnSpPr>
            <a:cxnSpLocks/>
          </p:cNvCxnSpPr>
          <p:nvPr/>
        </p:nvCxnSpPr>
        <p:spPr>
          <a:xfrm flipV="1">
            <a:off x="5069127" y="3986536"/>
            <a:ext cx="4063974" cy="1065108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D888042A-7904-B3E0-E2FE-92FD3A2C8257}"/>
              </a:ext>
            </a:extLst>
          </p:cNvPr>
          <p:cNvCxnSpPr>
            <a:cxnSpLocks/>
          </p:cNvCxnSpPr>
          <p:nvPr/>
        </p:nvCxnSpPr>
        <p:spPr>
          <a:xfrm flipH="1" flipV="1">
            <a:off x="3163734" y="3866745"/>
            <a:ext cx="3701471" cy="1044534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FC8D170C-BB92-5D65-AA2A-9EBD0A2C70C1}"/>
              </a:ext>
            </a:extLst>
          </p:cNvPr>
          <p:cNvCxnSpPr>
            <a:cxnSpLocks/>
            <a:stCxn id="13" idx="0"/>
            <a:endCxn id="5" idx="2"/>
          </p:cNvCxnSpPr>
          <p:nvPr/>
        </p:nvCxnSpPr>
        <p:spPr>
          <a:xfrm flipH="1" flipV="1">
            <a:off x="6068897" y="3953927"/>
            <a:ext cx="1698054" cy="957352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CCDB1867-828A-4E43-B21D-F98B2ABF967E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64929" y="3953927"/>
            <a:ext cx="1299252" cy="941408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CFED70F-2133-7A85-8A13-988A896F0612}"/>
              </a:ext>
            </a:extLst>
          </p:cNvPr>
          <p:cNvCxnSpPr>
            <a:cxnSpLocks/>
          </p:cNvCxnSpPr>
          <p:nvPr/>
        </p:nvCxnSpPr>
        <p:spPr>
          <a:xfrm flipH="1" flipV="1">
            <a:off x="6917924" y="3953927"/>
            <a:ext cx="3414698" cy="839664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96925FD0-DF0B-3834-7955-DA95BA35E1D4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44828" y="3924826"/>
            <a:ext cx="454015" cy="868765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4741B11B-AA77-9611-355A-0EAF0B914749}"/>
              </a:ext>
            </a:extLst>
          </p:cNvPr>
          <p:cNvCxnSpPr>
            <a:cxnSpLocks/>
          </p:cNvCxnSpPr>
          <p:nvPr/>
        </p:nvCxnSpPr>
        <p:spPr>
          <a:xfrm flipV="1">
            <a:off x="2258775" y="1657027"/>
            <a:ext cx="1200043" cy="1076476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D083EDA1-85D2-87B4-FD37-6AFA23F8A6F9}"/>
              </a:ext>
            </a:extLst>
          </p:cNvPr>
          <p:cNvCxnSpPr>
            <a:cxnSpLocks/>
          </p:cNvCxnSpPr>
          <p:nvPr/>
        </p:nvCxnSpPr>
        <p:spPr>
          <a:xfrm flipV="1">
            <a:off x="2858796" y="1687113"/>
            <a:ext cx="4059128" cy="1030216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DAD2DE32-E9FE-9F90-6BCF-861E4D3E0C56}"/>
              </a:ext>
            </a:extLst>
          </p:cNvPr>
          <p:cNvCxnSpPr>
            <a:cxnSpLocks/>
          </p:cNvCxnSpPr>
          <p:nvPr/>
        </p:nvCxnSpPr>
        <p:spPr>
          <a:xfrm flipV="1">
            <a:off x="6521477" y="1918096"/>
            <a:ext cx="1085569" cy="902589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FC58FC53-672B-C63C-5224-7579067FCE5B}"/>
              </a:ext>
            </a:extLst>
          </p:cNvPr>
          <p:cNvCxnSpPr>
            <a:cxnSpLocks/>
            <a:endCxn id="21" idx="2"/>
          </p:cNvCxnSpPr>
          <p:nvPr/>
        </p:nvCxnSpPr>
        <p:spPr>
          <a:xfrm flipH="1" flipV="1">
            <a:off x="4160605" y="1806356"/>
            <a:ext cx="1469731" cy="1042474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78268A36-A8AD-2322-E8BB-84C86576D731}"/>
              </a:ext>
            </a:extLst>
          </p:cNvPr>
          <p:cNvCxnSpPr>
            <a:cxnSpLocks/>
          </p:cNvCxnSpPr>
          <p:nvPr/>
        </p:nvCxnSpPr>
        <p:spPr>
          <a:xfrm flipH="1" flipV="1">
            <a:off x="5084921" y="1745595"/>
            <a:ext cx="3888734" cy="1126858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BED83730-16E5-4B58-008D-D7E66606FA3B}"/>
              </a:ext>
            </a:extLst>
          </p:cNvPr>
          <p:cNvCxnSpPr>
            <a:cxnSpLocks/>
          </p:cNvCxnSpPr>
          <p:nvPr/>
        </p:nvCxnSpPr>
        <p:spPr>
          <a:xfrm flipH="1" flipV="1">
            <a:off x="8464929" y="1918096"/>
            <a:ext cx="1433042" cy="893596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C8993BB5-482C-C5B6-9085-5DAADFDEA5A3}"/>
              </a:ext>
            </a:extLst>
          </p:cNvPr>
          <p:cNvGrpSpPr/>
          <p:nvPr/>
        </p:nvGrpSpPr>
        <p:grpSpPr>
          <a:xfrm>
            <a:off x="762085" y="4990648"/>
            <a:ext cx="664895" cy="411943"/>
            <a:chOff x="780836" y="985342"/>
            <a:chExt cx="664895" cy="411943"/>
          </a:xfrm>
        </p:grpSpPr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1EB3F1D5-3604-EBEE-822E-EAA477A37964}"/>
                </a:ext>
              </a:extLst>
            </p:cNvPr>
            <p:cNvSpPr/>
            <p:nvPr/>
          </p:nvSpPr>
          <p:spPr>
            <a:xfrm>
              <a:off x="780836" y="985342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762A65AE-C52D-6DAB-ED94-6BC429903B28}"/>
                </a:ext>
              </a:extLst>
            </p:cNvPr>
            <p:cNvSpPr txBox="1"/>
            <p:nvPr/>
          </p:nvSpPr>
          <p:spPr>
            <a:xfrm>
              <a:off x="788795" y="987837"/>
              <a:ext cx="6569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/>
                <a:t>6g</a:t>
              </a:r>
            </a:p>
          </p:txBody>
        </p: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80C7F2AE-EA7B-47E4-E53F-E904532DB120}"/>
              </a:ext>
            </a:extLst>
          </p:cNvPr>
          <p:cNvGrpSpPr/>
          <p:nvPr/>
        </p:nvGrpSpPr>
        <p:grpSpPr>
          <a:xfrm>
            <a:off x="1544815" y="5059532"/>
            <a:ext cx="664895" cy="411943"/>
            <a:chOff x="780836" y="985342"/>
            <a:chExt cx="664895" cy="411943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53B4878C-AB8E-4E0B-4546-A0809AB1C3FD}"/>
                </a:ext>
              </a:extLst>
            </p:cNvPr>
            <p:cNvSpPr/>
            <p:nvPr/>
          </p:nvSpPr>
          <p:spPr>
            <a:xfrm>
              <a:off x="780836" y="985342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8623AEFC-EE96-C989-2304-8B97D572B3FF}"/>
                </a:ext>
              </a:extLst>
            </p:cNvPr>
            <p:cNvSpPr txBox="1"/>
            <p:nvPr/>
          </p:nvSpPr>
          <p:spPr>
            <a:xfrm>
              <a:off x="788795" y="987837"/>
              <a:ext cx="6569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/>
                <a:t>3g</a:t>
              </a: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CA2DB99F-1DE9-7D37-6DAA-35678533856F}"/>
              </a:ext>
            </a:extLst>
          </p:cNvPr>
          <p:cNvGrpSpPr/>
          <p:nvPr/>
        </p:nvGrpSpPr>
        <p:grpSpPr>
          <a:xfrm>
            <a:off x="3667538" y="5040516"/>
            <a:ext cx="664895" cy="411943"/>
            <a:chOff x="780836" y="985342"/>
            <a:chExt cx="664895" cy="411943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79DB744C-AAAC-5774-C186-D8A995F2D801}"/>
                </a:ext>
              </a:extLst>
            </p:cNvPr>
            <p:cNvSpPr/>
            <p:nvPr/>
          </p:nvSpPr>
          <p:spPr>
            <a:xfrm>
              <a:off x="780836" y="985342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4B38F05B-491D-34FD-7B81-30BE872C80EA}"/>
                </a:ext>
              </a:extLst>
            </p:cNvPr>
            <p:cNvSpPr txBox="1"/>
            <p:nvPr/>
          </p:nvSpPr>
          <p:spPr>
            <a:xfrm>
              <a:off x="788795" y="987837"/>
              <a:ext cx="6569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/>
                <a:t>1g</a:t>
              </a:r>
            </a:p>
          </p:txBody>
        </p:sp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C473A9E6-EA3C-D820-96AF-E7BDE9DBCCA4}"/>
              </a:ext>
            </a:extLst>
          </p:cNvPr>
          <p:cNvGrpSpPr/>
          <p:nvPr/>
        </p:nvGrpSpPr>
        <p:grpSpPr>
          <a:xfrm>
            <a:off x="6690310" y="4831218"/>
            <a:ext cx="664895" cy="411943"/>
            <a:chOff x="780836" y="985342"/>
            <a:chExt cx="664895" cy="411943"/>
          </a:xfrm>
        </p:grpSpPr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905AA163-F08B-9DAC-C483-8EC78FEC7952}"/>
                </a:ext>
              </a:extLst>
            </p:cNvPr>
            <p:cNvSpPr/>
            <p:nvPr/>
          </p:nvSpPr>
          <p:spPr>
            <a:xfrm>
              <a:off x="780836" y="985342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2204480B-9E12-DFB8-C25E-7A20D8A4BE19}"/>
                </a:ext>
              </a:extLst>
            </p:cNvPr>
            <p:cNvSpPr txBox="1"/>
            <p:nvPr/>
          </p:nvSpPr>
          <p:spPr>
            <a:xfrm>
              <a:off x="788795" y="987837"/>
              <a:ext cx="6569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/>
                <a:t>3g</a:t>
              </a:r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76BFD399-647D-C945-760E-7C7D4F1014CA}"/>
              </a:ext>
            </a:extLst>
          </p:cNvPr>
          <p:cNvGrpSpPr/>
          <p:nvPr/>
        </p:nvGrpSpPr>
        <p:grpSpPr>
          <a:xfrm>
            <a:off x="4298441" y="4848165"/>
            <a:ext cx="664895" cy="411943"/>
            <a:chOff x="780836" y="985342"/>
            <a:chExt cx="664895" cy="411943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7A64A2F1-FB40-EA59-C3B0-AFB45DA23D7B}"/>
                </a:ext>
              </a:extLst>
            </p:cNvPr>
            <p:cNvSpPr/>
            <p:nvPr/>
          </p:nvSpPr>
          <p:spPr>
            <a:xfrm>
              <a:off x="780836" y="985342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Textfeld 83">
              <a:extLst>
                <a:ext uri="{FF2B5EF4-FFF2-40B4-BE49-F238E27FC236}">
                  <a16:creationId xmlns:a16="http://schemas.microsoft.com/office/drawing/2014/main" id="{AFEA3B95-CCA4-8AAC-B354-F70EE6C448A6}"/>
                </a:ext>
              </a:extLst>
            </p:cNvPr>
            <p:cNvSpPr txBox="1"/>
            <p:nvPr/>
          </p:nvSpPr>
          <p:spPr>
            <a:xfrm>
              <a:off x="788795" y="987837"/>
              <a:ext cx="6569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/>
                <a:t>5g</a:t>
              </a:r>
            </a:p>
          </p:txBody>
        </p: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47CDAB7C-A925-FDFA-0E1B-262E0AE50D71}"/>
              </a:ext>
            </a:extLst>
          </p:cNvPr>
          <p:cNvGrpSpPr/>
          <p:nvPr/>
        </p:nvGrpSpPr>
        <p:grpSpPr>
          <a:xfrm>
            <a:off x="4809041" y="4999986"/>
            <a:ext cx="664895" cy="411943"/>
            <a:chOff x="780836" y="985342"/>
            <a:chExt cx="664895" cy="411943"/>
          </a:xfrm>
        </p:grpSpPr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BAC1BAFE-2C31-9137-7EAE-EF84A9A2F822}"/>
                </a:ext>
              </a:extLst>
            </p:cNvPr>
            <p:cNvSpPr/>
            <p:nvPr/>
          </p:nvSpPr>
          <p:spPr>
            <a:xfrm>
              <a:off x="780836" y="985342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Textfeld 88">
              <a:extLst>
                <a:ext uri="{FF2B5EF4-FFF2-40B4-BE49-F238E27FC236}">
                  <a16:creationId xmlns:a16="http://schemas.microsoft.com/office/drawing/2014/main" id="{CC640B86-86E1-D5D7-CCF6-0B2EC7DF0895}"/>
                </a:ext>
              </a:extLst>
            </p:cNvPr>
            <p:cNvSpPr txBox="1"/>
            <p:nvPr/>
          </p:nvSpPr>
          <p:spPr>
            <a:xfrm>
              <a:off x="788795" y="987837"/>
              <a:ext cx="6569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/>
                <a:t>3g</a:t>
              </a:r>
            </a:p>
          </p:txBody>
        </p: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23D915F5-E2FB-C767-C3C3-63BAF28B2CEF}"/>
              </a:ext>
            </a:extLst>
          </p:cNvPr>
          <p:cNvGrpSpPr/>
          <p:nvPr/>
        </p:nvGrpSpPr>
        <p:grpSpPr>
          <a:xfrm>
            <a:off x="7499199" y="4870362"/>
            <a:ext cx="664895" cy="411943"/>
            <a:chOff x="780836" y="985342"/>
            <a:chExt cx="664895" cy="411943"/>
          </a:xfrm>
        </p:grpSpPr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BC1A923D-812C-94A3-ABF0-5A7C9CB21194}"/>
                </a:ext>
              </a:extLst>
            </p:cNvPr>
            <p:cNvSpPr/>
            <p:nvPr/>
          </p:nvSpPr>
          <p:spPr>
            <a:xfrm>
              <a:off x="780836" y="985342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219DB7AA-21DA-040F-8ECB-4347A716C898}"/>
                </a:ext>
              </a:extLst>
            </p:cNvPr>
            <p:cNvSpPr txBox="1"/>
            <p:nvPr/>
          </p:nvSpPr>
          <p:spPr>
            <a:xfrm>
              <a:off x="788795" y="987837"/>
              <a:ext cx="6569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/>
                <a:t>3g</a:t>
              </a:r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B5DCF2FC-83B9-2DD8-47F7-48D2765794BE}"/>
              </a:ext>
            </a:extLst>
          </p:cNvPr>
          <p:cNvGrpSpPr/>
          <p:nvPr/>
        </p:nvGrpSpPr>
        <p:grpSpPr>
          <a:xfrm>
            <a:off x="8251164" y="4821880"/>
            <a:ext cx="664895" cy="411943"/>
            <a:chOff x="780836" y="985342"/>
            <a:chExt cx="664895" cy="411943"/>
          </a:xfrm>
        </p:grpSpPr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90CB8497-D4E2-AF94-41D3-C0D3C56B0CD5}"/>
                </a:ext>
              </a:extLst>
            </p:cNvPr>
            <p:cNvSpPr/>
            <p:nvPr/>
          </p:nvSpPr>
          <p:spPr>
            <a:xfrm>
              <a:off x="780836" y="985342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DD42A2BA-2ADD-475E-FCD6-AB025E7C2FC3}"/>
                </a:ext>
              </a:extLst>
            </p:cNvPr>
            <p:cNvSpPr txBox="1"/>
            <p:nvPr/>
          </p:nvSpPr>
          <p:spPr>
            <a:xfrm>
              <a:off x="788795" y="987837"/>
              <a:ext cx="6569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/>
                <a:t>1g</a:t>
              </a:r>
            </a:p>
          </p:txBody>
        </p:sp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282E65EF-D38A-8276-B9FE-6A6137DAF3B5}"/>
              </a:ext>
            </a:extLst>
          </p:cNvPr>
          <p:cNvGrpSpPr/>
          <p:nvPr/>
        </p:nvGrpSpPr>
        <p:grpSpPr>
          <a:xfrm>
            <a:off x="10819079" y="4587619"/>
            <a:ext cx="664895" cy="411943"/>
            <a:chOff x="780836" y="985342"/>
            <a:chExt cx="664895" cy="411943"/>
          </a:xfrm>
        </p:grpSpPr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7732A227-5060-18E4-1940-936F8B0D2BE7}"/>
                </a:ext>
              </a:extLst>
            </p:cNvPr>
            <p:cNvSpPr/>
            <p:nvPr/>
          </p:nvSpPr>
          <p:spPr>
            <a:xfrm>
              <a:off x="780836" y="985342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Textfeld 99">
              <a:extLst>
                <a:ext uri="{FF2B5EF4-FFF2-40B4-BE49-F238E27FC236}">
                  <a16:creationId xmlns:a16="http://schemas.microsoft.com/office/drawing/2014/main" id="{04433C76-7C2A-47A5-594F-513DD47083D2}"/>
                </a:ext>
              </a:extLst>
            </p:cNvPr>
            <p:cNvSpPr txBox="1"/>
            <p:nvPr/>
          </p:nvSpPr>
          <p:spPr>
            <a:xfrm>
              <a:off x="788795" y="987837"/>
              <a:ext cx="6569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/>
                <a:t>3g</a:t>
              </a:r>
            </a:p>
          </p:txBody>
        </p:sp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2F237D16-024E-0B62-9D1D-43F1D778E188}"/>
              </a:ext>
            </a:extLst>
          </p:cNvPr>
          <p:cNvGrpSpPr/>
          <p:nvPr/>
        </p:nvGrpSpPr>
        <p:grpSpPr>
          <a:xfrm>
            <a:off x="10129711" y="4705307"/>
            <a:ext cx="664895" cy="411943"/>
            <a:chOff x="780836" y="985342"/>
            <a:chExt cx="664895" cy="411943"/>
          </a:xfrm>
        </p:grpSpPr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AE760C11-B487-B4C9-1518-8B8D7F0C14C9}"/>
                </a:ext>
              </a:extLst>
            </p:cNvPr>
            <p:cNvSpPr/>
            <p:nvPr/>
          </p:nvSpPr>
          <p:spPr>
            <a:xfrm>
              <a:off x="780836" y="985342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Textfeld 102">
              <a:extLst>
                <a:ext uri="{FF2B5EF4-FFF2-40B4-BE49-F238E27FC236}">
                  <a16:creationId xmlns:a16="http://schemas.microsoft.com/office/drawing/2014/main" id="{5E3CB834-BC1F-DD05-0CC4-F02DB5296B66}"/>
                </a:ext>
              </a:extLst>
            </p:cNvPr>
            <p:cNvSpPr txBox="1"/>
            <p:nvPr/>
          </p:nvSpPr>
          <p:spPr>
            <a:xfrm>
              <a:off x="788795" y="987837"/>
              <a:ext cx="6569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/>
                <a:t>2g</a:t>
              </a:r>
            </a:p>
          </p:txBody>
        </p:sp>
      </p:grp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CAF8DDCD-E279-BE7C-781E-4CB4EC6C1E0B}"/>
              </a:ext>
            </a:extLst>
          </p:cNvPr>
          <p:cNvGrpSpPr/>
          <p:nvPr/>
        </p:nvGrpSpPr>
        <p:grpSpPr>
          <a:xfrm>
            <a:off x="1972175" y="2475282"/>
            <a:ext cx="707081" cy="523220"/>
            <a:chOff x="1972175" y="2475282"/>
            <a:chExt cx="707081" cy="523220"/>
          </a:xfrm>
        </p:grpSpPr>
        <p:sp>
          <p:nvSpPr>
            <p:cNvPr id="106" name="Ellipse 105">
              <a:extLst>
                <a:ext uri="{FF2B5EF4-FFF2-40B4-BE49-F238E27FC236}">
                  <a16:creationId xmlns:a16="http://schemas.microsoft.com/office/drawing/2014/main" id="{58C2D29F-A077-3C73-F18F-53B045A454DD}"/>
                </a:ext>
              </a:extLst>
            </p:cNvPr>
            <p:cNvSpPr/>
            <p:nvPr/>
          </p:nvSpPr>
          <p:spPr>
            <a:xfrm>
              <a:off x="1972175" y="2513566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Textfeld 106">
              <a:extLst>
                <a:ext uri="{FF2B5EF4-FFF2-40B4-BE49-F238E27FC236}">
                  <a16:creationId xmlns:a16="http://schemas.microsoft.com/office/drawing/2014/main" id="{778CC710-B107-DB1F-19AE-460800354FF4}"/>
                </a:ext>
              </a:extLst>
            </p:cNvPr>
            <p:cNvSpPr txBox="1"/>
            <p:nvPr/>
          </p:nvSpPr>
          <p:spPr>
            <a:xfrm>
              <a:off x="2022320" y="2475282"/>
              <a:ext cx="656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/>
                <a:t>6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5E66E2E7-3675-905F-1C03-12DB79D342CD}"/>
              </a:ext>
            </a:extLst>
          </p:cNvPr>
          <p:cNvGrpSpPr/>
          <p:nvPr/>
        </p:nvGrpSpPr>
        <p:grpSpPr>
          <a:xfrm>
            <a:off x="2615968" y="2484002"/>
            <a:ext cx="707081" cy="523220"/>
            <a:chOff x="1972175" y="2475282"/>
            <a:chExt cx="707081" cy="523220"/>
          </a:xfrm>
        </p:grpSpPr>
        <p:sp>
          <p:nvSpPr>
            <p:cNvPr id="110" name="Ellipse 109">
              <a:extLst>
                <a:ext uri="{FF2B5EF4-FFF2-40B4-BE49-F238E27FC236}">
                  <a16:creationId xmlns:a16="http://schemas.microsoft.com/office/drawing/2014/main" id="{8B4E4CF9-686F-DDF3-0B09-BD24D84E42CC}"/>
                </a:ext>
              </a:extLst>
            </p:cNvPr>
            <p:cNvSpPr/>
            <p:nvPr/>
          </p:nvSpPr>
          <p:spPr>
            <a:xfrm>
              <a:off x="1972175" y="2513566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76FBBCAD-31EB-144D-694D-1D31D19F3CBB}"/>
                </a:ext>
              </a:extLst>
            </p:cNvPr>
            <p:cNvSpPr txBox="1"/>
            <p:nvPr/>
          </p:nvSpPr>
          <p:spPr>
            <a:xfrm>
              <a:off x="2022320" y="2475282"/>
              <a:ext cx="656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/>
                <a:t>2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48DCDD80-2BDC-8BA3-ACD4-4D4F48DEE8B4}"/>
              </a:ext>
            </a:extLst>
          </p:cNvPr>
          <p:cNvGrpSpPr/>
          <p:nvPr/>
        </p:nvGrpSpPr>
        <p:grpSpPr>
          <a:xfrm>
            <a:off x="5267816" y="2572957"/>
            <a:ext cx="707081" cy="523220"/>
            <a:chOff x="1972175" y="2475282"/>
            <a:chExt cx="707081" cy="523220"/>
          </a:xfrm>
        </p:grpSpPr>
        <p:sp>
          <p:nvSpPr>
            <p:cNvPr id="113" name="Ellipse 112">
              <a:extLst>
                <a:ext uri="{FF2B5EF4-FFF2-40B4-BE49-F238E27FC236}">
                  <a16:creationId xmlns:a16="http://schemas.microsoft.com/office/drawing/2014/main" id="{BFFD6D9B-58CA-3C43-C83B-CAEA2E54F054}"/>
                </a:ext>
              </a:extLst>
            </p:cNvPr>
            <p:cNvSpPr/>
            <p:nvPr/>
          </p:nvSpPr>
          <p:spPr>
            <a:xfrm>
              <a:off x="1972175" y="2513566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2F3E64CB-6870-3970-8D9B-7F36A414E9D2}"/>
                </a:ext>
              </a:extLst>
            </p:cNvPr>
            <p:cNvSpPr txBox="1"/>
            <p:nvPr/>
          </p:nvSpPr>
          <p:spPr>
            <a:xfrm>
              <a:off x="2022320" y="2475282"/>
              <a:ext cx="656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/>
                <a:t>2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03FBBBB4-7E24-B331-0875-DEE3576F9F7E}"/>
              </a:ext>
            </a:extLst>
          </p:cNvPr>
          <p:cNvGrpSpPr/>
          <p:nvPr/>
        </p:nvGrpSpPr>
        <p:grpSpPr>
          <a:xfrm>
            <a:off x="8596338" y="2539234"/>
            <a:ext cx="707081" cy="523220"/>
            <a:chOff x="1972175" y="2475282"/>
            <a:chExt cx="707081" cy="523220"/>
          </a:xfrm>
        </p:grpSpPr>
        <p:sp>
          <p:nvSpPr>
            <p:cNvPr id="116" name="Ellipse 115">
              <a:extLst>
                <a:ext uri="{FF2B5EF4-FFF2-40B4-BE49-F238E27FC236}">
                  <a16:creationId xmlns:a16="http://schemas.microsoft.com/office/drawing/2014/main" id="{E618E163-E43B-585A-EFFE-34ECE8947CDE}"/>
                </a:ext>
              </a:extLst>
            </p:cNvPr>
            <p:cNvSpPr/>
            <p:nvPr/>
          </p:nvSpPr>
          <p:spPr>
            <a:xfrm>
              <a:off x="1972175" y="2513566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400F4939-686F-A8AF-E526-E8F4DB85B412}"/>
                </a:ext>
              </a:extLst>
            </p:cNvPr>
            <p:cNvSpPr txBox="1"/>
            <p:nvPr/>
          </p:nvSpPr>
          <p:spPr>
            <a:xfrm>
              <a:off x="2022320" y="2475282"/>
              <a:ext cx="656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/>
                <a:t>2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E3C036B9-B03D-3B82-914F-255BE70F971B}"/>
              </a:ext>
            </a:extLst>
          </p:cNvPr>
          <p:cNvGrpSpPr/>
          <p:nvPr/>
        </p:nvGrpSpPr>
        <p:grpSpPr>
          <a:xfrm>
            <a:off x="9800094" y="2587220"/>
            <a:ext cx="707081" cy="523220"/>
            <a:chOff x="1972175" y="2475282"/>
            <a:chExt cx="707081" cy="523220"/>
          </a:xfrm>
        </p:grpSpPr>
        <p:sp>
          <p:nvSpPr>
            <p:cNvPr id="119" name="Ellipse 118">
              <a:extLst>
                <a:ext uri="{FF2B5EF4-FFF2-40B4-BE49-F238E27FC236}">
                  <a16:creationId xmlns:a16="http://schemas.microsoft.com/office/drawing/2014/main" id="{B97239AD-C425-5FF5-7FF8-7EA04377052B}"/>
                </a:ext>
              </a:extLst>
            </p:cNvPr>
            <p:cNvSpPr/>
            <p:nvPr/>
          </p:nvSpPr>
          <p:spPr>
            <a:xfrm>
              <a:off x="1972175" y="2513566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07642189-4B12-94A8-5996-AE098A54659D}"/>
                </a:ext>
              </a:extLst>
            </p:cNvPr>
            <p:cNvSpPr txBox="1"/>
            <p:nvPr/>
          </p:nvSpPr>
          <p:spPr>
            <a:xfrm>
              <a:off x="2022320" y="2475282"/>
              <a:ext cx="656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/>
                <a:t>5</a:t>
              </a:r>
            </a:p>
          </p:txBody>
        </p:sp>
      </p:grp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0F7EB1D-DAA7-96A9-B31A-0B241293B0CA}"/>
              </a:ext>
            </a:extLst>
          </p:cNvPr>
          <p:cNvGrpSpPr/>
          <p:nvPr/>
        </p:nvGrpSpPr>
        <p:grpSpPr>
          <a:xfrm>
            <a:off x="6404491" y="2617793"/>
            <a:ext cx="707081" cy="523220"/>
            <a:chOff x="1972175" y="2475282"/>
            <a:chExt cx="707081" cy="523220"/>
          </a:xfrm>
        </p:grpSpPr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9CEBF0B4-E970-34A3-EE59-34EA29F1CFB0}"/>
                </a:ext>
              </a:extLst>
            </p:cNvPr>
            <p:cNvSpPr/>
            <p:nvPr/>
          </p:nvSpPr>
          <p:spPr>
            <a:xfrm>
              <a:off x="1972175" y="2513566"/>
              <a:ext cx="477505" cy="4119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8E76303C-DB83-6F34-ED13-70161162F17E}"/>
                </a:ext>
              </a:extLst>
            </p:cNvPr>
            <p:cNvSpPr txBox="1"/>
            <p:nvPr/>
          </p:nvSpPr>
          <p:spPr>
            <a:xfrm>
              <a:off x="2022320" y="2475282"/>
              <a:ext cx="656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0128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Macintosh PowerPoint</Application>
  <PresentationFormat>Breitbild</PresentationFormat>
  <Paragraphs>20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Klaedtke</dc:creator>
  <cp:lastModifiedBy>Christ Vera</cp:lastModifiedBy>
  <cp:revision>2</cp:revision>
  <dcterms:created xsi:type="dcterms:W3CDTF">2026-08-23T08:56:10Z</dcterms:created>
  <dcterms:modified xsi:type="dcterms:W3CDTF">2026-08-25T07:58:35Z</dcterms:modified>
</cp:coreProperties>
</file>