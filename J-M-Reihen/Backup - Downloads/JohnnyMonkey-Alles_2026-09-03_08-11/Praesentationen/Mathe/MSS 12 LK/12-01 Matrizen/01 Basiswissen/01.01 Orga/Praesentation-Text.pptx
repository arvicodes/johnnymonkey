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  <p:sldId id="258" r:id="rId3"/>
    <p:sldId id="259" r:id="rId4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Guten Morgen!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Organisatorisches - Material und Technik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​ ​ Die Johnny Monkey App</a:t>
            </a:r>
          </a:p>
          <a:p>
            <a:pPr/>
            <a:r>
              <a:rPr lang="de-DE" sz="1600" dirty="0"/>
              <a:t> • Wir arbeiten mit der App Johnny Monkey , erreichbar durch folgende Eingabe in der Browsersuchleiste: 192.168.8.1</a:t>
            </a:r>
          </a:p>
          <a:p>
            <a:pPr/>
            <a:r>
              <a:rPr lang="de-DE" sz="1600" dirty="0"/>
              <a:t>• Login mit Schulcomputerlogin.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→ Logge dich IMMER sofort zu Stundenbeginn ein und lege direkt los !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Das Materialheft ​</a:t>
            </a:r>
          </a:p>
          <a:p>
            <a:pPr/>
            <a:r>
              <a:rPr lang="de-DE" sz="1600" dirty="0"/>
              <a:t> • Notiere die IP Adresse und deine Login Daten im Materialheft auf Seite 1.</a:t>
            </a:r>
          </a:p>
          <a:p>
            <a:pPr/>
            <a:r>
              <a:rPr lang="de-DE" sz="1600" dirty="0"/>
              <a:t>• Starte nächste Stunde auf Seite 2.</a:t>
            </a:r>
          </a:p>
          <a:p>
            <a:pPr/>
            <a:r>
              <a:rPr lang="de-DE" sz="1600" dirty="0"/>
              <a:t>• Beschrifte das Materialheft mit Namen und designe das Cover nach Belieben.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Unser Moderator, unsere Moderatorin</a:t>
            </a:r>
          </a:p>
          <a:p>
            <a:pPr/>
            <a:r>
              <a:rPr lang="de-DE" sz="1600" dirty="0"/>
              <a:t> • Pro Woche</a:t>
            </a:r>
          </a:p>
          <a:p>
            <a:pPr/>
            <a:r>
              <a:rPr lang="de-DE" sz="1600" dirty="0"/>
              <a:t>• Startet und Beendet die Stunde mit Entry - und Exit -Ticket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Das Münzspiel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Feld A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Feld B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Spielanleitung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Bei diesem Experiment werden zunächst 10 Münzen in das Feld A und 40 Münzen in das Feld B gelegt.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Anschließend schiebt Spieler A jeweils ein Drittel seiner Münzen in das Feld B. Gleichzeitig schiebt Spieler B die Hälfte seiner Münzen in das Feld A.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Die Züge werden mehrmals wiederholt. Eventuell muss gerundet werden!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Notizen:</a:t>
            </a:r>
          </a:p>
          <a:p>
            <a:pPr/>
            <a:r>
              <a:rPr lang="de-DE" sz="1600" dirty="0"/>
              <a:t>Material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50 Münzen pro Schülerpaar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→ im LK also 500 Münzen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Musterlösung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Bis zur nächsten Stunde!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