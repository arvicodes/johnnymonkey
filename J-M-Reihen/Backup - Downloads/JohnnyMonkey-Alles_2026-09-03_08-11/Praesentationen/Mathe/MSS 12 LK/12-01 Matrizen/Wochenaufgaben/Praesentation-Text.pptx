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IdLst>
    <p:sldId id="256" r:id="rId1"/>
    <p:sldId id="257" r:id="rId2"/>
    <p:sldId id="258" r:id="rId3"/>
    <p:sldId id="259" r:id="rId4"/>
  </p:sldIdLst>
  <p:sldSz cx="9144000" cy="6858000" type="screen4x3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Thema der Stunde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Untertitel / Einstieg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Auftrag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• Formuliere hier den Arbeitsauftrag für die Schülerinnen und Schüler.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Hausaufgabe: Wer bist du als Person?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• Schreibe einen kurzen Steckbrief zu dir.</a:t>
            </a:r>
          </a:p>
          <a:p>
            <a:pPr/>
            <a:r>
              <a:rPr lang="de-DE" sz="1600" dirty="0"/>
              <a:t>• Bringe ein leeres, kariertes A4-Heft mit.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Bis zur nächsten Stunde!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 </a:t>
            </a:r>
          </a:p>
        </p:txBody>
      </p:sp>
    </p:spTree>
  </p:cSld>
  <p:clrMapOvr>
    <a:masterClrMapping/>
  </p:clrMapOvr>
</p:sld>
</file>