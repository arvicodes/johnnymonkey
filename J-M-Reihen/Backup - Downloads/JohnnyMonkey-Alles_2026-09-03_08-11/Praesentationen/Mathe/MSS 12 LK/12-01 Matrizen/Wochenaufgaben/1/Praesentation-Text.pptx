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IdLst>
    <p:sldId id="256" r:id="rId1"/>
    <p:sldId id="257" r:id="rId2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Woche 1: Steckbriefe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kkjoiniojijoijimlkmlnhoiubuhknml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knjnio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Titel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Folie 2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wegfaerga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aergaer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aergaergaer</a:t>
            </a:r>
          </a:p>
          <a:p>
            <a:pPr/>
            <a:r>
              <a:rPr lang="de-DE" sz="1600" dirty="0"/>
              <a:t> g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aergaergae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earhaergaer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aergaergaer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rhaserhgsergsergserg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erhgearg</a:t>
            </a:r>
          </a:p>
        </p:txBody>
      </p:sp>
    </p:spTree>
  </p:cSld>
  <p:clrMapOvr>
    <a:masterClrMapping/>
  </p:clrMapOvr>
</p:sld>
</file>