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Guten Morgen!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Referenz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Notizen:</a:t>
            </a:r>
          </a:p>
          <a:p>
            <a:pPr/>
            <a:r>
              <a:rPr lang="de-DE" sz="1600" dirty="0"/>
              <a:t>Referenz-URL im Element bearbeiten (z. B. /wall-of-fame). In der Präsentation zoombar.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Organisatorisches - Benotung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• Kursarbeit — Gewichtung: 1/3</a:t>
            </a:r>
          </a:p>
          <a:p>
            <a:pPr/>
            <a:r>
              <a:rPr lang="de-DE" sz="1600" dirty="0"/>
              <a:t>• Andere Leistungen — Gewichtung: 2/3 - Epos, Projekte, Hüs,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Organisatorisches - Material und Technik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​ ​ Die Johnny Monkey App</a:t>
            </a:r>
          </a:p>
          <a:p>
            <a:pPr/>
            <a:r>
              <a:rPr lang="de-DE" sz="1600" dirty="0"/>
              <a:t> • Wir arbeiten mit der App Johnny Monkey , erreichbar durch folgende Eingabe in der Browsersuchleiste: 192.168.8.1</a:t>
            </a:r>
          </a:p>
          <a:p>
            <a:pPr/>
            <a:r>
              <a:rPr lang="de-DE" sz="1600" dirty="0"/>
              <a:t>• Login mit Schulcomputerlogin.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→ Logge dich IMMER sofort zu Stundenbeginn ein und lege direkt los !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Das Materialheft ​</a:t>
            </a:r>
          </a:p>
          <a:p>
            <a:pPr/>
            <a:r>
              <a:rPr lang="de-DE" sz="1600" dirty="0"/>
              <a:t> • Notiere die IP Adresse und deine Login Daten im Materialheft auf Seite 1.</a:t>
            </a:r>
          </a:p>
          <a:p>
            <a:pPr/>
            <a:r>
              <a:rPr lang="de-DE" sz="1600" dirty="0"/>
              <a:t>• Starte nächste Stunde auf Seite 2.</a:t>
            </a:r>
          </a:p>
          <a:p>
            <a:pPr/>
            <a:r>
              <a:rPr lang="de-DE" sz="1600" dirty="0"/>
              <a:t>• Beschrifte das Materialheft mit Namen und designe das Cover nach Belieben.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Unser Moderator, unsere Moderatorin</a:t>
            </a:r>
          </a:p>
          <a:p>
            <a:pPr/>
            <a:r>
              <a:rPr lang="de-DE" sz="1600" dirty="0"/>
              <a:t> • Pro Woche</a:t>
            </a:r>
          </a:p>
          <a:p>
            <a:pPr/>
            <a:r>
              <a:rPr lang="de-DE" sz="1600" dirty="0"/>
              <a:t>• Startet und Beendet die Stunde mit Entry - und Exit -Ticket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Themen der Informatik in der MSS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• Künstliche Intelligenz: Grundlagen des machine learnings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• Algorithmen: Ablaufdiagramme am Beispiel bekannter Algorithmen (Suchen, Sortieren, Pfade planen), Korrektheit</a:t>
            </a:r>
          </a:p>
          <a:p>
            <a:pPr/>
            <a:r>
              <a:rPr lang="de-DE" sz="1600" dirty="0"/>
              <a:t>• Programmierung: Einstieg in die Programmierung in</a:t>
            </a:r>
          </a:p>
          <a:p>
            <a:pPr/>
            <a:r>
              <a:rPr lang="de-DE" sz="1600" dirty="0"/>
              <a:t>Python, oftmals mit Projekt : Ein kleines Spiel in Python</a:t>
            </a:r>
          </a:p>
          <a:p>
            <a:pPr/>
            <a:r>
              <a:rPr lang="de-DE" sz="1600" dirty="0"/>
              <a:t>programmieren</a:t>
            </a:r>
          </a:p>
          <a:p>
            <a:pPr/>
            <a:r>
              <a:rPr lang="de-DE" sz="1600" dirty="0"/>
              <a:t>• Objekt orientierung: Java Greenfoot - Klassen, Objekte, Vererbung,</a:t>
            </a:r>
          </a:p>
          <a:p>
            <a:pPr/>
            <a:r>
              <a:rPr lang="de-DE" sz="1600" dirty="0"/>
              <a:t>Spezifikation, UML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• Geschichte: Entstehung der Computern und der Informatik als</a:t>
            </a:r>
          </a:p>
          <a:p>
            <a:pPr/>
            <a:r>
              <a:rPr lang="de-DE" sz="1600" dirty="0"/>
              <a:t>Wissenschaft</a:t>
            </a:r>
          </a:p>
          <a:p>
            <a:pPr/>
            <a:r>
              <a:rPr lang="de-DE" sz="1600" dirty="0"/>
              <a:t>• Logik : Binärsystem, Logik &amp;</a:t>
            </a:r>
          </a:p>
          <a:p>
            <a:pPr/>
            <a:r>
              <a:rPr lang="de-DE" sz="1600" dirty="0"/>
              <a:t>Schaltwerke</a:t>
            </a:r>
          </a:p>
          <a:p>
            <a:pPr/>
            <a:r>
              <a:rPr lang="de-DE" sz="1600" dirty="0"/>
              <a:t>• Digitaltechnik : Computeraufbau, Automaten &amp;</a:t>
            </a:r>
          </a:p>
          <a:p>
            <a:pPr/>
            <a:r>
              <a:rPr lang="de-DE" sz="1600" dirty="0"/>
              <a:t>Assembler, häufig mit Projekt : Arduino Mikrocontroller oder Micro:Bit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•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Internet: Kommunikation in Netzwerken, IP Adressen , Router etc.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• IT Sicherheit: Kryptographie &amp; Verschlüsselung</a:t>
            </a:r>
          </a:p>
          <a:p>
            <a:pPr/>
            <a:r>
              <a:rPr lang="de-DE" sz="1600" dirty="0"/>
              <a:t> • Datenbanken: Datenbanken in SQL erstellen und</a:t>
            </a:r>
          </a:p>
          <a:p>
            <a:pPr/>
            <a:r>
              <a:rPr lang="de-DE" sz="1600" dirty="0"/>
              <a:t>verwalten</a:t>
            </a:r>
          </a:p>
          <a:p>
            <a:pPr/>
            <a:r>
              <a:rPr lang="de-DE" sz="1600" dirty="0"/>
              <a:t>• Webentwicklung in HTML, CSS, Java Script , SQL: Immer als Projekt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• Bildverarbeitung und Computergrafik: Pixel, Grafiken, Kameras</a:t>
            </a:r>
          </a:p>
          <a:p>
            <a:pPr/>
            <a:r>
              <a:rPr lang="de-DE" sz="1600" dirty="0"/>
              <a:t>• 3D Animation: Grundlagen mit</a:t>
            </a:r>
          </a:p>
          <a:p>
            <a:pPr/>
            <a:r>
              <a:rPr lang="de-DE" sz="1600" dirty="0"/>
              <a:t>Blender, immer als Projekt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• Optional: Spieledesign - Desktop und mobile Spiele in Unity 3D entwickeln</a:t>
            </a:r>
          </a:p>
          <a:p>
            <a:pPr/>
            <a:r>
              <a:rPr lang="de-DE" sz="1600" dirty="0"/>
              <a:t>• Optional: 3D Druck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• Künstliche Intelligenz: Grundlagen des machine learnings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• Algorithmen: Ablaufdiagramme am Beispiel bekannter Algorithmen (Suchen, Sortieren, Pfade planen), Korrektheit</a:t>
            </a:r>
          </a:p>
          <a:p>
            <a:pPr/>
            <a:r>
              <a:rPr lang="de-DE" sz="1600" dirty="0"/>
              <a:t>• Programmierung: Einstieg in die Programmierung</a:t>
            </a:r>
          </a:p>
          <a:p>
            <a:pPr/>
            <a:r>
              <a:rPr lang="de-DE" sz="1600" dirty="0"/>
              <a:t> in Python, oftmals mit Projekt : Ein kleines Spiel in Python</a:t>
            </a:r>
          </a:p>
          <a:p>
            <a:pPr/>
            <a:r>
              <a:rPr lang="de-DE" sz="1600" dirty="0"/>
              <a:t> • Objekt orientierung: Java Greenfoot - Klassen, Objekte, Vererbung, Spezifikation, UML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• Internet: Kommunikation in Netzwerken, IP Adressen, Router etc.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• IT Sicherheit: Kryptographie &amp; Verschlüsselung</a:t>
            </a:r>
          </a:p>
          <a:p>
            <a:pPr/>
            <a:r>
              <a:rPr lang="de-DE" sz="1600" dirty="0"/>
              <a:t> • Datenbanken: Datenbanken in SQL erstellen und verwalten</a:t>
            </a:r>
          </a:p>
          <a:p>
            <a:pPr/>
            <a:r>
              <a:rPr lang="de-DE" sz="1600" dirty="0"/>
              <a:t>• Webentwicklung in HTML, CSS, Java Script , SQL: Immer als Projekt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• Geschichte: Entstehung der Computern und der Informatik als Wissenschaft</a:t>
            </a:r>
          </a:p>
          <a:p>
            <a:pPr/>
            <a:r>
              <a:rPr lang="de-DE" sz="1600" dirty="0"/>
              <a:t>• Logik : Binärsystem, Logik &amp; Schaltwerke</a:t>
            </a:r>
          </a:p>
          <a:p>
            <a:pPr/>
            <a:r>
              <a:rPr lang="de-DE" sz="1600" dirty="0"/>
              <a:t>• Digitaltechnik : Computeraufbau, Automaten &amp; Assembler, häufig mit Projekt : Arduino Mikrocontroller oder Micro:Bit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• Bildverarbeitung und Computergrafik: Pixel, Grafiken, Kameras</a:t>
            </a:r>
          </a:p>
          <a:p>
            <a:pPr/>
            <a:r>
              <a:rPr lang="de-DE" sz="1600" dirty="0"/>
              <a:t>• 3D Animation: Grundlagen mit Blender, immer als Projekt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• Optional: Spieledesign - Desktop und mobile Spiele in Unity 3D entwickeln</a:t>
            </a:r>
          </a:p>
          <a:p>
            <a:pPr/>
            <a:r>
              <a:rPr lang="de-DE" sz="1600" dirty="0"/>
              <a:t>• Optional: 3D Druck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gn - Desktop und mobile Spiele in Unity 3D entwickeln</a:t>
            </a:r>
          </a:p>
          <a:p>
            <a:pPr/>
            <a:r>
              <a:rPr lang="de-DE" sz="1600" dirty="0"/>
              <a:t>• Optional: 3D Druck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Hausaufgabe: Wer bist du als Person? Jetzt in der App!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Hausaufgabe: Wer bist du als Person? Jetzt in der App!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Start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Start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Start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Start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Start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Start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Optional: Gruppenvideos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Erstellt kurze Vorstellungsv ideos in kleinen Gruppen (3 Personen).</a:t>
            </a:r>
          </a:p>
          <a:p>
            <a:pPr/>
            <a:r>
              <a:rPr lang="de-DE" sz="1600" dirty="0"/>
              <a:t> → Jeder Name sollte mindestens 3 mal genannt werden.</a:t>
            </a:r>
          </a:p>
          <a:p>
            <a:pPr/>
            <a:r>
              <a:rPr lang="de-DE" sz="1600" dirty="0"/>
              <a:t> → Es gibt kein Thema, einfach witzig, skurril oder normal. Egal! Seid kreativ!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Hausaufgabe: Wer bist du als Person? Jetzt in der App!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• Lade ein Foto von dir hoch. Dein Gesicht muss gut erkennbar sein, das Foto sollte ein tatsächliches, aktuelles Aussehen widerspiegeln.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• Übertrage deinen Satz , deinen Steckbrief und deinen Wunschzettel aus der letzten Hausaufgabe in die App.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• Optional: der Ersteller des Videos lädt dieses auch hoch.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Bis zur nächsten Stunde!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