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 sucht Mensch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​"Ich bin .... und mein KI Merkmal ist ..."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Überlege dir einen Satz mit deinem Roboter/Informatik-Merkmal.</a:t>
            </a:r>
          </a:p>
          <a:p>
            <a:pPr/>
            <a:r>
              <a:rPr lang="de-DE" sz="1600" dirty="0"/>
              <a:t>• Überlege dir eine Bewegung dazu.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Phase 1: Jeder/Jede wiederholt Namen plus Bewegung.</a:t>
            </a:r>
          </a:p>
          <a:p>
            <a:pPr/>
            <a:r>
              <a:rPr lang="de-DE" sz="1600" dirty="0"/>
              <a:t> Phase 2 : Jetzt läuft eine Person in die Mitte und zeigt nur die Bewegung einer Mitschülerin oder eines Mitschülers. Die Klasse ruft den Namen.</a:t>
            </a:r>
          </a:p>
          <a:p>
            <a:pPr/>
            <a:r>
              <a:rPr lang="de-DE" sz="1600" dirty="0"/>
              <a:t> • Richtig erkannt: „Modell erfolgreich trainiert.“ Falsch erkannt: „Fehlklassifikation.“</a:t>
            </a:r>
          </a:p>
          <a:p>
            <a:pPr/>
            <a:r>
              <a:rPr lang="de-DE" sz="1600" dirty="0"/>
              <a:t>• Bei Fehlern: Benennt woran es lag: „Zu ähnliche Trainingsdaten.“ „Zu wenig Wiederholung.“ „Das Modell hat übergeneralisiert.“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Phase 3 : Eine Person ist die „Eingabe“ . Sie nennt ein Merkmal, aber nicht den Namen: „Diese Person hatte etwas mit Pizza.“</a:t>
            </a:r>
          </a:p>
          <a:p>
            <a:pPr/>
            <a:r>
              <a:rPr lang="de-DE" sz="1600" dirty="0"/>
              <a:t> • Person zeigt auf zwei bis drei Personen im Kreis. Diese sind „Neuronen“ und müssen jeweils eine Assoziation nennen oder eine Bewegung machen .</a:t>
            </a:r>
          </a:p>
          <a:p>
            <a:pPr/>
            <a:r>
              <a:rPr lang="de-DE" sz="1600" dirty="0"/>
              <a:t> • Beispiel : Neuron 1: „Tablet Bewegung.“ Neuron 2: „Essen.“ Neuron 3: „Lara?“ Die Klasse entscheidet gemeinsam, welche Ausgabe richtig ist. Danach wechselt die Eingabe.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Abschlussphase : Geht alle durcheinander durch den Raum. Bildet auf Kommando Zweiergruppen.</a:t>
            </a:r>
          </a:p>
          <a:p>
            <a:pPr/>
            <a:r>
              <a:rPr lang="de-DE" sz="1600" dirty="0"/>
              <a:t> • Auftrag: „ Nenne den Namen der anderen Person und nenne ein mögliches KI Problem, das zu ihr passt.“</a:t>
            </a:r>
          </a:p>
          <a:p>
            <a:pPr/>
            <a:r>
              <a:rPr lang="de-DE" sz="1600" dirty="0"/>
              <a:t> • Beispiele : „Das ist Tim . Problem: Sein Roboter würde beim Sport überhitzen.“ „Das ist Amira . Problem: Ihre KI erkennt Sarkasmus zu gut.“ „Das ist Jonas . Problem: Sein Algorithmus braucht erst drei Snacks, bevor er startet.“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Phase 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Phase 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Material</a:t>
            </a:r>
          </a:p>
          <a:p>
            <a:pPr/>
            <a:r>
              <a:rPr lang="de-DE" sz="1600" dirty="0"/>
              <a:t> Phase 1: Karten mit Beispieltexten</a:t>
            </a:r>
          </a:p>
          <a:p>
            <a:pPr/>
            <a:r>
              <a:rPr lang="de-DE" sz="1600" dirty="0"/>
              <a:t> Phase 2: grüne Karte und rote Karte</a:t>
            </a:r>
          </a:p>
          <a:p>
            <a:pPr/>
            <a:r>
              <a:rPr lang="de-DE" sz="1600" dirty="0"/>
              <a:t> + leere Karten &amp; Eding</a:t>
            </a:r>
          </a:p>
          <a:p>
            <a:pPr/>
            <a:r>
              <a:rPr lang="de-DE" sz="1600" dirty="0"/>
              <a:t> → Woran lag es? notieren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Draußen im Kreis:</a:t>
            </a:r>
          </a:p>
          <a:p>
            <a:pPr/>
            <a:r>
              <a:rPr lang="de-DE" sz="1600" dirty="0"/>
              <a:t> Es liegen Beispielkarten auf dem Boden im Kreis, man darf sie kurz ansehen: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„ Ich würde einer KI verbieten, meine Hausaufgaben zu bewerten.“</a:t>
            </a:r>
          </a:p>
          <a:p>
            <a:pPr/>
            <a:r>
              <a:rPr lang="de-DE" sz="1600" dirty="0"/>
              <a:t>• „Mein Roboter müsste zuerst lernen, Kaffee zu kochen.“</a:t>
            </a:r>
          </a:p>
          <a:p>
            <a:pPr/>
            <a:r>
              <a:rPr lang="de-DE" sz="1600" dirty="0"/>
              <a:t>• „Meine KI Superkraft wäre: schlechte Ausreden erkennen.“</a:t>
            </a:r>
          </a:p>
          <a:p>
            <a:pPr/>
            <a:r>
              <a:rPr lang="de-DE" sz="1600" dirty="0"/>
              <a:t>• „Wenn ich ein Algorithmus wäre, wäre ich ein Chaos Sort.“</a:t>
            </a:r>
          </a:p>
          <a:p>
            <a:pPr/>
            <a:r>
              <a:rPr lang="de-DE" sz="1600" dirty="0"/>
              <a:t>• „Meine Trainingsdaten bestehen aus Sport, Schlafmangel und Snacks.“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Sprechakte</a:t>
            </a:r>
          </a:p>
          <a:p>
            <a:pPr/>
            <a:r>
              <a:rPr lang="de-DE" sz="1600" dirty="0"/>
              <a:t> Ich beginne: „Ich bin Vera Christ, ich debugge Code, Klassen und manchmal auch mein eigenes Leben.“ Oder : „Wenn mein Gehirn ein Computer wäre, hätte er sehr viele Tabs offen.“ ODER „mein Spezialgebiet ist: Menschen, Maschinen und Schüler*innen wieder zum Laufen bringen.“</a:t>
            </a:r>
          </a:p>
          <a:p>
            <a:pPr/>
            <a:r>
              <a:rPr lang="de-DE" sz="1600" dirty="0"/>
              <a:t> Pose : Lupe machen, Tastatur tippen, dann dramatisch auf sich selbst zeigen. Schnell viele imaginäre Fenster antippen, dann kurz überfordert gucken. Auf imaginären Startknopf drücken, dann loslaufen.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Was hat das Spiel mit KI zu tun?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Notizen:</a:t>
            </a:r>
          </a:p>
          <a:p>
            <a:pPr/>
            <a:r>
              <a:rPr lang="de-DE" sz="1600" dirty="0"/>
              <a:t>Setup</a:t>
            </a:r>
          </a:p>
          <a:p>
            <a:pPr/>
            <a:r>
              <a:rPr lang="de-DE" sz="1600" dirty="0"/>
              <a:t> Die Folie ist leer, wir sammeln auf der Folie order einfach auf den Karten und ich nehme sie für nächste Stunde mit.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Mögliche Ergebnisse:</a:t>
            </a:r>
          </a:p>
          <a:p>
            <a:pPr/>
            <a:r>
              <a:rPr lang="de-DE" sz="1600" dirty="0"/>
              <a:t> • Namen und Bewegungen waren Trainingsdaten.</a:t>
            </a:r>
          </a:p>
          <a:p>
            <a:pPr/>
            <a:r>
              <a:rPr lang="de-DE" sz="1600" dirty="0"/>
              <a:t>• Die Klasse hat Muster erkannt.</a:t>
            </a:r>
          </a:p>
          <a:p>
            <a:pPr/>
            <a:r>
              <a:rPr lang="de-DE" sz="1600" dirty="0"/>
              <a:t>• Fehler waren Fehlklassifikationen.</a:t>
            </a:r>
          </a:p>
          <a:p>
            <a:pPr/>
            <a:r>
              <a:rPr lang="de-DE" sz="1600" dirty="0"/>
              <a:t>• Einseitige Daten führten zu Bias.</a:t>
            </a:r>
          </a:p>
          <a:p>
            <a:pPr/>
            <a:r>
              <a:rPr lang="de-DE" sz="1600" dirty="0"/>
              <a:t>• Zu ähnliche Bewegungen machten die Vorhersage schwieriger.</a:t>
            </a:r>
          </a:p>
          <a:p>
            <a:pPr/>
            <a:r>
              <a:rPr lang="de-DE" sz="1600" dirty="0"/>
              <a:t>• Mehr Wiederholung verbessert das Modell.</a:t>
            </a:r>
          </a:p>
          <a:p>
            <a:pPr/>
            <a:r>
              <a:rPr lang="de-DE" sz="1600" dirty="0"/>
              <a:t> Merksatz: Eine KI ist nur so gut wie ihre Trainingsdaten, ihre Merkmale und die Art, wie sie daraus Muster bildet.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Hausaufgabe: Wer bist du als Person?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Schreibe einen kurzen Steckbrief zu dir: • Notiere hier deinen Satz und deine Bewegung. Erstelle einen kurzen Steckbrie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Kurzer Können-/Wunschzettel : • Erläutere in wenigen Worte …. dein Vorwissen zu Informatik, deine Erwartungen an das Fach, deine Wünsche für das Fach, deine Wünsche für den Unterricht im Allgemeinen.</a:t>
            </a:r>
          </a:p>
          <a:p>
            <a:pPr/>
            <a:r>
              <a:rPr lang="de-DE" sz="1600" dirty="0"/>
              <a:t>• Was möchtest du noch sagen?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Bringe ein leeres, kariertes A4 Heft mit. Dieses benötigen wir ab jetzt jede Stunde.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Bis zur nächsten Stunde!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