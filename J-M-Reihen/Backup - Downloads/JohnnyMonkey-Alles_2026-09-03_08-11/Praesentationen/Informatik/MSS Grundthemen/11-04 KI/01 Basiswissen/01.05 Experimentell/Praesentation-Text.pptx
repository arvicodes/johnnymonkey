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Guten Morgen!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KI erleben - Was geht schon?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Bildet Gruppen zu den Themen mit denen Ihr euch in der Hausaufgabe beschäftigt habt.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Tauscht eure Ergebnisse aus. Bereitet eine kurze (max. 5 Minuten) Präsentation vor .</a:t>
            </a:r>
          </a:p>
          <a:p>
            <a:pPr/>
            <a:r>
              <a:rPr lang="de-DE" sz="1600" dirty="0"/>
              <a:t>• Stellt eure eigenen Kreationen mit den Tools vor!!!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5 x = 25 min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Präsentationszeit!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Bis zur nächsten Stunde!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