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6"/>
  </p:normalViewPr>
  <p:slideViewPr>
    <p:cSldViewPr snapToGrid="0">
      <p:cViewPr varScale="1">
        <p:scale>
          <a:sx n="88" d="100"/>
          <a:sy n="88" d="100"/>
        </p:scale>
        <p:origin x="1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1F045-1C6C-02C5-A45B-894460C6D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001EA7-04AE-80ED-E4BC-0BB63F692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509163-C852-EC7D-1C26-313A1EB88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66FE22-DFEB-69FB-7E2C-E92A2138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8DA209-36F9-9E19-B75A-E58B7CCE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658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B059ED-E708-D360-5754-0814B88D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8F3DD5-8676-47A7-B286-C52B77C9D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2934F7-7B82-479E-74D1-5C5BF2FE4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B5BC1-1A61-CF81-CE1C-C1D57316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9DB52D-85B6-3944-F849-CC1810A7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73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04737-AAA4-B728-2BC8-3B9A9334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CF8A2F-B922-CA89-184D-21E959AEE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BA975C-A2DF-2A24-935B-2B795CBB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78BB69-78F5-81A7-BCB1-3535034F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3D9FD4-3EC7-89FE-80BB-FF2925C1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035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696FA6-3F74-AB85-A45A-9A17286A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73D55C-641E-88C9-8F9D-9687F3F01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76B087-D174-E7E5-AE91-252C0259D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8323D7-3FFB-6618-B5FB-09CD6C8B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0441C4-A630-51A9-F321-C8FFADAB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4C8075-4A3D-3AE8-432C-1020933A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280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98E65-2E79-8EEC-1AA5-E7CCE207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FC09B7-5A3F-6511-C884-2F88492AC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C9CBA1-F1A0-F5FF-964D-0634A6015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298ED6-ED36-C54B-220B-47CE1F402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BDACB65-2E63-FF99-2F8A-19AD5335C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934BDF-6BF1-2B80-F472-58103E39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17C9F02-A70C-3A66-629D-D7BFDFBA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9ABEC54-C275-EC9B-8E23-B4EF8781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57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85A175-59C7-D483-65AD-864ED5CCB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DE8554-785B-67FE-D111-F4AFF1ED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79A71-0245-8881-09C0-948991F99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B6078B-8000-6F4D-88AB-0AB18AA2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7DB3C5-2CDF-5CD5-C55C-A132A132D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F47C9E2-C32A-D4DA-47D9-132BFB10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B55C0C-3DF8-E73B-1307-A89BC0320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281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CBD39-80A0-BBDE-5E4A-10CCC8EA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2EE6EB-63CF-F870-A199-E4560309B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7C609E-6E7E-09C3-12E3-1D03F275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C91BB9-A945-B764-C2F0-E93F5A59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4F9F24-728D-36E3-8612-37AA5E9A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16525-9F4F-445B-624B-9208E233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96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0B6D80-81B3-2F96-EBA4-27D8905C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2924AE-4507-2580-539C-BFAA0486F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9BAB7C-F0B6-A0F7-BAC9-D6CFAC8AB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8CF357A-8869-4707-D7DC-DD1BE59BB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2F9FF7-1C23-54C1-7982-9E9352D1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674C22-6D45-1AB9-7225-007B9C5A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19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72C70E-5F85-7570-883B-9193ED6D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6BD54E-FF5E-7C7F-CE69-E19753148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A711DB-BEC4-4661-6EFF-4C36414F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C09059-5F83-3BD2-FB98-5EC40639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EF1464-A330-AEE4-CD5E-9CF5BD4D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34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875EC65-DED7-C395-9D37-7034396026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7BB1DA-7291-F5DC-CA96-6D393DF24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819047-F1A7-9D59-3F33-5B03C2A99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44D51A-075C-C252-04EB-41877846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7D0B6C-9893-F5C3-5BE0-66AEBFD8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82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7979106-D8B5-6ADC-58BF-11CA5E5B6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4497F9-9D7F-6FA1-3E9C-C3342B4F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3ABF5-D734-DE73-60C4-A986ACE56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A087C-B12A-FD45-B778-7908821C69BC}" type="datetimeFigureOut">
              <a:rPr lang="de-DE" smtClean="0"/>
              <a:t>09.02.26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D8D413-C969-93DB-1811-80E362348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523700-9192-6AAB-520B-C62085F2B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E4050-A410-E54E-A62C-28925E0F80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144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https://www.stepmap.de/landkarte/Siedlungsraum-der-Griechen-bis-750-v-Chr-1151336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8CF1D6-CF14-EDAA-B06F-3292F51234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38BEEC-E19D-F0F2-C96E-F13BB03F3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8423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53231A-C32A-15C3-067D-0A4D3F194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de-DE" sz="3200" b="1" dirty="0"/>
              <a:t>Wir befinden uns in Griechenland 500 Jahre vor Christus ….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9B9762-A1A1-431C-7AC6-A13F06FC6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97" y="1943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1025" name="Grafik 2" descr="StepMap - Siedlungsraum der Griechen bis 750 v. Chr. - Landkarte für ...">
            <a:extLst>
              <a:ext uri="{FF2B5EF4-FFF2-40B4-BE49-F238E27FC236}">
                <a16:creationId xmlns:a16="http://schemas.microsoft.com/office/drawing/2014/main" id="{03DBC306-4A5F-758F-C516-C4F206487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9" b="11867"/>
          <a:stretch>
            <a:fillRect/>
          </a:stretch>
        </p:blipFill>
        <p:spPr bwMode="auto">
          <a:xfrm>
            <a:off x="1295401" y="1052489"/>
            <a:ext cx="8434375" cy="565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67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Gedankenblase Silhouette">
            <a:extLst>
              <a:ext uri="{FF2B5EF4-FFF2-40B4-BE49-F238E27FC236}">
                <a16:creationId xmlns:a16="http://schemas.microsoft.com/office/drawing/2014/main" id="{0DB68EE4-6AEC-BEAD-1D78-A2A275293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0442" y="-995562"/>
            <a:ext cx="9271932" cy="686153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253231A-C32A-15C3-067D-0A4D3F194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176" y="317641"/>
            <a:ext cx="5216732" cy="2704462"/>
          </a:xfrm>
        </p:spPr>
        <p:txBody>
          <a:bodyPr>
            <a:normAutofit/>
          </a:bodyPr>
          <a:lstStyle/>
          <a:p>
            <a:r>
              <a:rPr lang="de-DE" sz="2400" b="1" dirty="0"/>
              <a:t>Die Spartaner haben manchmal komisch beschriebene Lederbänder bei sich ….</a:t>
            </a:r>
            <a:br>
              <a:rPr lang="de-DE" sz="2400" b="1" dirty="0"/>
            </a:br>
            <a:br>
              <a:rPr lang="de-DE" sz="2400" b="1" dirty="0"/>
            </a:br>
            <a:r>
              <a:rPr lang="de-DE" sz="2400" b="1" dirty="0"/>
              <a:t>… die Texte machen aber keinen Sinn …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9B9762-A1A1-431C-7AC6-A13F06FC6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97" y="1943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822A9F-B391-7ECD-9F26-95FD98403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007" y="3022103"/>
            <a:ext cx="2841235" cy="383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24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53231A-C32A-15C3-067D-0A4D3F194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39" y="356367"/>
            <a:ext cx="9216377" cy="1441966"/>
          </a:xfrm>
        </p:spPr>
        <p:txBody>
          <a:bodyPr>
            <a:normAutofit/>
          </a:bodyPr>
          <a:lstStyle/>
          <a:p>
            <a:r>
              <a:rPr lang="de-DE" sz="2800" dirty="0"/>
              <a:t>Ein Spion im spartanischen Lager gibt uns einen Tipp!</a:t>
            </a:r>
            <a:br>
              <a:rPr lang="de-DE" sz="2800" dirty="0"/>
            </a:br>
            <a:endParaRPr lang="de-DE" sz="28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49B9762-A1A1-431C-7AC6-A13F06FC6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197" y="19431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5122" name="Picture 2" descr="Spy PNG">
            <a:extLst>
              <a:ext uri="{FF2B5EF4-FFF2-40B4-BE49-F238E27FC236}">
                <a16:creationId xmlns:a16="http://schemas.microsoft.com/office/drawing/2014/main" id="{EDB82A3D-44F8-C35A-10AE-91A627357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660" y="4215672"/>
            <a:ext cx="1575156" cy="225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fik 8" descr="Rede Silhouette">
            <a:extLst>
              <a:ext uri="{FF2B5EF4-FFF2-40B4-BE49-F238E27FC236}">
                <a16:creationId xmlns:a16="http://schemas.microsoft.com/office/drawing/2014/main" id="{BBA66DD0-6596-FCA7-4A61-ED71C8BCA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439" y="1943100"/>
            <a:ext cx="10165170" cy="288607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16127C2-8E9C-734B-2937-E500D2F8D202}"/>
              </a:ext>
            </a:extLst>
          </p:cNvPr>
          <p:cNvSpPr txBox="1"/>
          <p:nvPr/>
        </p:nvSpPr>
        <p:spPr>
          <a:xfrm>
            <a:off x="2192021" y="2934618"/>
            <a:ext cx="5816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Die machen irgendwas mit Stöcken … </a:t>
            </a:r>
          </a:p>
        </p:txBody>
      </p:sp>
    </p:spTree>
    <p:extLst>
      <p:ext uri="{BB962C8B-B14F-4D97-AF65-F5344CB8AC3E}">
        <p14:creationId xmlns:p14="http://schemas.microsoft.com/office/powerpoint/2010/main" val="2748931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Macintosh PowerPoint</Application>
  <PresentationFormat>Breitbild</PresentationFormat>
  <Paragraphs>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Wir befinden uns in Griechenland 500 Jahre vor Christus …. </vt:lpstr>
      <vt:lpstr>Die Spartaner haben manchmal komisch beschriebene Lederbänder bei sich ….  … die Texte machen aber keinen Sinn … </vt:lpstr>
      <vt:lpstr>Ein Spion im spartanischen Lager gibt uns einen Tipp!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 Vera</dc:creator>
  <cp:lastModifiedBy>Christ Vera</cp:lastModifiedBy>
  <cp:revision>1</cp:revision>
  <dcterms:created xsi:type="dcterms:W3CDTF">2026-02-09T09:43:19Z</dcterms:created>
  <dcterms:modified xsi:type="dcterms:W3CDTF">2026-02-09T09:43:49Z</dcterms:modified>
</cp:coreProperties>
</file>