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86491"/>
  </p:normalViewPr>
  <p:slideViewPr>
    <p:cSldViewPr snapToGrid="0">
      <p:cViewPr varScale="1">
        <p:scale>
          <a:sx n="95" d="100"/>
          <a:sy n="95" d="100"/>
        </p:scale>
        <p:origin x="8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B18EC-3EA1-6347-9943-D7AD55E4F9CE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334BD-055A-1842-A3B3-08C2DC2107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2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334BD-055A-1842-A3B3-08C2DC2107C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91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710F6-CC44-0300-EC52-FFD9E3BDA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39B8D6-CADF-20B2-101B-2246097BB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8443DD-1595-C759-87CE-E55CD53E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60F9D-8E91-FDD1-6F63-D42069B5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DCA0CF-18FB-F224-D7AA-D45F6996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15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0354F-5DD9-8B18-1612-BA117F81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11BB26-DB98-CF0C-8B2A-8ADA0F2A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E6FC95-E315-1B4F-CF2B-C98DCB01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0D243F-E34B-BB8B-0EB3-8916F9E9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659D07-AF27-177D-5B70-9EBD9F4F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29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5E280-C2E1-8F3E-18EE-E332F6D2E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7A75EF-A1F4-3979-9B40-CA76D71B5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510101-9B7E-EBB1-F841-11B7EC66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EE7FB-6FE6-9331-C719-4830F83B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383038-54AC-9C5D-D992-00C93BB5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17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BFC8D-76C5-10EF-E3F4-D18FAA52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412469-5812-3966-D28D-A340D9A52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48674B-BC9E-0CEA-F553-9110DD492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565302-2F84-6AD6-DDA6-E82E9EB3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06F8FE-0A10-3AD4-E823-575E2398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C3FC94-E7FD-4985-CCF2-75CD800E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3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ECA00-D7C6-9D76-37E6-ADA8D177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30784A-36A8-1C02-C5BA-BEDC614AB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197CD2-BA1B-A882-A4EA-6C2978671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3B9A37-1F74-7EDC-0576-2A3EC195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28D8FF-5CDA-0E9A-06E1-E481080C5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068C4C3-105A-B70B-745B-829D2BFB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B8E965-1F18-2E14-97E0-BB7FACA9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48C572-A23E-3EFF-2E95-BFD80A58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6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85768-4056-790E-F012-D1946C0D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CD43EA-2050-AA9E-6A7D-B707B794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558B8-1A39-B545-6C24-52CCF328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B85D17-4420-D873-AAEB-5186F2B9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296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3FC8ED-CE1C-60D0-F2D8-6527659F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59C2C2-897E-1925-B8FE-73F8AE4C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9C77D1-970A-9457-8AFC-B7DCBB1B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61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F9173-B9E6-8392-FAEA-6170E039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CB5EA-4184-E971-573A-B2336CAD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6387F2-11BF-69ED-974A-18940F179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F0C4CB-169E-1FD3-EC4D-7C5184A4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56E753-2C51-F7F9-5567-E7D16BD2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995A05-279E-640E-2B19-16935EAB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11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60A42-5A97-A4AE-890F-362ECD05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D78EF2-6D8C-AFED-67B5-80AFD5B5C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54DBDA-FB3F-732A-B1B1-CEB5E2E26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7A5BD-8FC4-517E-E327-79346B93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3F66EE-48E6-12F3-E0FA-E10E2482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0E95C9-820E-29FB-BEBE-F9C2D3D6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31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787BB-28BD-9D9A-9FE0-E6488318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E36C0C8-5974-07E8-8BD2-DEE253FB4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BE228-84C4-E987-08FC-6E1F70B1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A516E9-A624-116D-F1DB-0084CF55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B2C91C-8648-3F3E-07E0-992920D1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87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A8D2AA-A712-F6B9-A719-339F98A6A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1E37D0-471E-ADFB-E606-403B3A27D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F74D94-1B8D-E543-4DF7-013D1EF8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8D8215-38C2-5321-6653-7E5CE50F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C2DB87-71C8-7952-6650-022F5EB1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8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63C805-C9ED-3758-1C67-00812301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2D4FA1-3E81-0AEB-B3C6-69E46AF32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22CD0A-A21C-1B14-1766-FC309B32F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6BFC7-1513-AD40-A4C3-6414233AB0B5}" type="datetimeFigureOut">
              <a:rPr lang="de-DE" smtClean="0"/>
              <a:t>21.10.25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F7714A-63E6-9D97-9EAA-B2BA5EDB8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377FB-26B2-D54A-0E02-19BD3EE60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05FF9-2998-6A4E-B0F9-E07E571970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Grafik 8" descr="Ein Bild, das Text, Zeitung, Papier, Aufdruck enthält.&#10;&#10;KI-generierte Inhalte können fehlerhaft sein.">
            <a:extLst>
              <a:ext uri="{FF2B5EF4-FFF2-40B4-BE49-F238E27FC236}">
                <a16:creationId xmlns:a16="http://schemas.microsoft.com/office/drawing/2014/main" id="{5E80FDFB-8967-CE9B-E823-7EF4DB439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7500" b="92500" l="15425" r="91961">
                        <a14:foregroundMark x1="19412" y1="39020" x2="19020" y2="31863"/>
                        <a14:foregroundMark x1="19020" y1="31863" x2="26863" y2="27500"/>
                        <a14:foregroundMark x1="26863" y1="27500" x2="87974" y2="30833"/>
                        <a14:foregroundMark x1="87974" y1="30833" x2="89673" y2="38235"/>
                        <a14:foregroundMark x1="89673" y1="38235" x2="84771" y2="53284"/>
                        <a14:foregroundMark x1="84771" y1="53284" x2="83333" y2="75833"/>
                        <a14:foregroundMark x1="83333" y1="75833" x2="74837" y2="78725"/>
                        <a14:foregroundMark x1="74837" y1="78725" x2="32222" y2="80196"/>
                        <a14:foregroundMark x1="26860" y1="78515" x2="14706" y2="74706"/>
                        <a14:foregroundMark x1="32222" y1="80196" x2="30499" y2="79656"/>
                        <a14:foregroundMark x1="14706" y1="74706" x2="18562" y2="67745"/>
                        <a14:foregroundMark x1="18562" y1="67745" x2="21373" y2="35637"/>
                        <a14:foregroundMark x1="21373" y1="35637" x2="26209" y2="29657"/>
                        <a14:foregroundMark x1="26209" y1="29657" x2="34248" y2="35686"/>
                        <a14:foregroundMark x1="34248" y1="35686" x2="37908" y2="46373"/>
                        <a14:foregroundMark x1="37908" y1="46373" x2="31046" y2="52010"/>
                        <a14:foregroundMark x1="31046" y1="52010" x2="26471" y2="41618"/>
                        <a14:foregroundMark x1="26471" y1="41618" x2="33203" y2="51569"/>
                        <a14:foregroundMark x1="33203" y1="51569" x2="27582" y2="57794"/>
                        <a14:foregroundMark x1="27582" y1="57794" x2="21699" y2="51373"/>
                        <a14:foregroundMark x1="21699" y1="51373" x2="22876" y2="43137"/>
                        <a14:foregroundMark x1="22876" y1="43137" x2="31699" y2="48529"/>
                        <a14:foregroundMark x1="31699" y1="48529" x2="32418" y2="64069"/>
                        <a14:foregroundMark x1="32418" y1="64069" x2="25294" y2="57451"/>
                        <a14:foregroundMark x1="25294" y1="57451" x2="27843" y2="68137"/>
                        <a14:foregroundMark x1="27843" y1="68137" x2="20196" y2="63627"/>
                        <a14:foregroundMark x1="20196" y1="63627" x2="26013" y2="70245"/>
                        <a14:foregroundMark x1="26013" y1="70245" x2="25359" y2="77941"/>
                        <a14:foregroundMark x1="25359" y1="77941" x2="16340" y2="74608"/>
                        <a14:foregroundMark x1="16340" y1="74608" x2="25686" y2="73873"/>
                        <a14:foregroundMark x1="25686" y1="73873" x2="34510" y2="78039"/>
                        <a14:foregroundMark x1="34510" y1="78039" x2="44248" y2="77157"/>
                        <a14:foregroundMark x1="44248" y1="77157" x2="32745" y2="75147"/>
                        <a14:foregroundMark x1="32745" y1="75147" x2="29542" y2="62157"/>
                        <a14:foregroundMark x1="29542" y1="62157" x2="37190" y2="41667"/>
                        <a14:foregroundMark x1="37190" y1="41667" x2="44510" y2="47794"/>
                        <a14:foregroundMark x1="44510" y1="47794" x2="34510" y2="48824"/>
                        <a14:foregroundMark x1="34510" y1="48824" x2="30719" y2="38775"/>
                        <a14:foregroundMark x1="30719" y1="38775" x2="22614" y2="42451"/>
                        <a14:foregroundMark x1="22614" y1="42451" x2="20588" y2="33186"/>
                        <a14:foregroundMark x1="20588" y1="33186" x2="30131" y2="36422"/>
                        <a14:foregroundMark x1="30131" y1="36422" x2="32810" y2="29755"/>
                        <a14:foregroundMark x1="32810" y1="29755" x2="40654" y2="37353"/>
                        <a14:foregroundMark x1="40654" y1="37353" x2="43333" y2="29314"/>
                        <a14:foregroundMark x1="43333" y1="29314" x2="51895" y2="35784"/>
                        <a14:foregroundMark x1="51895" y1="35784" x2="50458" y2="43578"/>
                        <a14:foregroundMark x1="50458" y1="43578" x2="44183" y2="37255"/>
                        <a14:foregroundMark x1="44183" y1="37255" x2="52288" y2="32794"/>
                        <a14:foregroundMark x1="52288" y1="32794" x2="55556" y2="40098"/>
                        <a14:foregroundMark x1="55556" y1="40098" x2="50980" y2="48725"/>
                        <a14:foregroundMark x1="50980" y1="48725" x2="41569" y2="45980"/>
                        <a14:foregroundMark x1="41569" y1="45980" x2="47647" y2="36863"/>
                        <a14:foregroundMark x1="47647" y1="36863" x2="58497" y2="33627"/>
                        <a14:foregroundMark x1="58497" y1="33627" x2="68105" y2="34069"/>
                        <a14:foregroundMark x1="68105" y1="34069" x2="67908" y2="42353"/>
                        <a14:foregroundMark x1="67908" y1="42353" x2="59020" y2="40098"/>
                        <a14:foregroundMark x1="59020" y1="40098" x2="60196" y2="33088"/>
                        <a14:foregroundMark x1="60196" y1="33088" x2="79804" y2="31520"/>
                        <a14:foregroundMark x1="79804" y1="31520" x2="89542" y2="31863"/>
                        <a14:foregroundMark x1="89542" y1="31863" x2="58824" y2="29657"/>
                        <a14:foregroundMark x1="58824" y1="29657" x2="77516" y2="36667"/>
                        <a14:foregroundMark x1="77516" y1="36667" x2="79869" y2="44510"/>
                        <a14:foregroundMark x1="79869" y1="44510" x2="76471" y2="51373"/>
                        <a14:foregroundMark x1="76471" y1="51373" x2="79542" y2="65392"/>
                        <a14:foregroundMark x1="79542" y1="65392" x2="85686" y2="55637"/>
                        <a14:foregroundMark x1="85686" y1="55637" x2="86536" y2="46863"/>
                        <a14:foregroundMark x1="86536" y1="46863" x2="87647" y2="77941"/>
                        <a14:foregroundMark x1="87647" y1="77941" x2="76405" y2="74706"/>
                        <a14:foregroundMark x1="76405" y1="74706" x2="76275" y2="67206"/>
                        <a14:foregroundMark x1="76275" y1="67206" x2="78758" y2="76275"/>
                        <a14:foregroundMark x1="78758" y1="76275" x2="76863" y2="69461"/>
                        <a14:foregroundMark x1="76863" y1="69461" x2="55817" y2="76863"/>
                        <a14:foregroundMark x1="55817" y1="76863" x2="46405" y2="76225"/>
                        <a14:foregroundMark x1="46405" y1="76225" x2="48758" y2="68971"/>
                        <a14:foregroundMark x1="48758" y1="68971" x2="54118" y2="76373"/>
                        <a14:foregroundMark x1="54118" y1="76373" x2="42484" y2="76961"/>
                        <a14:foregroundMark x1="42484" y1="76961" x2="36601" y2="69314"/>
                        <a14:foregroundMark x1="36601" y1="69314" x2="36078" y2="60588"/>
                        <a14:foregroundMark x1="36078" y1="60588" x2="40850" y2="70588"/>
                        <a14:foregroundMark x1="40850" y1="70588" x2="30392" y2="72647"/>
                        <a14:foregroundMark x1="30392" y1="72647" x2="28235" y2="65686"/>
                        <a14:foregroundMark x1="28235" y1="65686" x2="33072" y2="51765"/>
                        <a14:foregroundMark x1="33072" y1="51765" x2="42026" y2="42108"/>
                        <a14:foregroundMark x1="42026" y1="42108" x2="50784" y2="39167"/>
                        <a14:foregroundMark x1="50784" y1="39167" x2="60719" y2="44706"/>
                        <a14:foregroundMark x1="60719" y1="44706" x2="61634" y2="55735"/>
                        <a14:foregroundMark x1="61634" y1="55735" x2="54183" y2="47549"/>
                        <a14:foregroundMark x1="54183" y1="47549" x2="61830" y2="52010"/>
                        <a14:foregroundMark x1="61830" y1="52010" x2="61176" y2="65539"/>
                        <a14:foregroundMark x1="61176" y1="65539" x2="55621" y2="74314"/>
                        <a14:foregroundMark x1="55621" y1="74314" x2="43856" y2="72108"/>
                        <a14:foregroundMark x1="43856" y1="72108" x2="44837" y2="61520"/>
                        <a14:foregroundMark x1="44837" y1="61520" x2="59281" y2="64412"/>
                        <a14:foregroundMark x1="59281" y1="64412" x2="55686" y2="57353"/>
                        <a14:foregroundMark x1="55686" y1="57353" x2="60719" y2="50686"/>
                        <a14:foregroundMark x1="60719" y1="50686" x2="70588" y2="57304"/>
                        <a14:foregroundMark x1="70588" y1="57304" x2="70915" y2="64755"/>
                        <a14:foregroundMark x1="70915" y1="64755" x2="67647" y2="53775"/>
                        <a14:foregroundMark x1="67647" y1="53775" x2="76928" y2="56029"/>
                        <a14:foregroundMark x1="76928" y1="56029" x2="73464" y2="64804"/>
                        <a14:foregroundMark x1="73464" y1="64804" x2="66144" y2="60441"/>
                        <a14:foregroundMark x1="66144" y1="60441" x2="70000" y2="43137"/>
                        <a14:foregroundMark x1="70000" y1="43137" x2="75229" y2="41863"/>
                        <a14:foregroundMark x1="17124" y1="72108" x2="20458" y2="56225"/>
                        <a14:foregroundMark x1="20458" y1="56225" x2="22026" y2="66275"/>
                        <a14:foregroundMark x1="22026" y1="66275" x2="20261" y2="74167"/>
                        <a14:foregroundMark x1="20261" y1="74167" x2="21373" y2="55588"/>
                        <a14:foregroundMark x1="21373" y1="55588" x2="21503" y2="55343"/>
                        <a14:foregroundMark x1="19020" y1="28235" x2="16536" y2="35392"/>
                        <a14:foregroundMark x1="16536" y1="35392" x2="19412" y2="42500"/>
                        <a14:foregroundMark x1="19412" y1="42500" x2="19412" y2="50490"/>
                        <a14:foregroundMark x1="17712" y1="27794" x2="27451" y2="28529"/>
                        <a14:foregroundMark x1="27451" y1="28529" x2="17974" y2="28824"/>
                        <a14:foregroundMark x1="17974" y1="28824" x2="37386" y2="26176"/>
                        <a14:foregroundMark x1="37386" y1="26176" x2="57712" y2="27794"/>
                        <a14:foregroundMark x1="57712" y1="27794" x2="45359" y2="26569"/>
                        <a14:foregroundMark x1="45359" y1="26569" x2="94706" y2="31176"/>
                        <a14:foregroundMark x1="94706" y1="31176" x2="88824" y2="37598"/>
                        <a14:foregroundMark x1="88824" y1="37598" x2="92026" y2="29314"/>
                        <a14:foregroundMark x1="92026" y1="29314" x2="88627" y2="38039"/>
                        <a14:foregroundMark x1="88627" y1="38039" x2="90719" y2="34706"/>
                        <a14:foregroundMark x1="18235" y1="28824" x2="23595" y2="27549"/>
                        <a14:foregroundMark x1="21200" y1="79262" x2="17516" y2="76127"/>
                        <a14:foregroundMark x1="16732" y1="77010" x2="15425" y2="75833"/>
                        <a14:backgroundMark x1="33007" y1="81422" x2="23791" y2="80098"/>
                        <a14:backgroundMark x1="23791" y1="80098" x2="32614" y2="80980"/>
                        <a14:backgroundMark x1="30131" y1="79853" x2="20588" y2="80000"/>
                        <a14:backgroundMark x1="20588" y1="80000" x2="30458" y2="79706"/>
                        <a14:backgroundMark x1="30458" y1="79706" x2="22092" y2="78431"/>
                      </a14:backgroundRemoval>
                    </a14:imgEffect>
                  </a14:imgLayer>
                </a14:imgProps>
              </a:ext>
            </a:extLst>
          </a:blip>
          <a:srcRect l="18449" r="3682" b="2"/>
          <a:stretch>
            <a:fillRect/>
          </a:stretch>
        </p:blipFill>
        <p:spPr>
          <a:xfrm>
            <a:off x="187387" y="170014"/>
            <a:ext cx="3805676" cy="6516265"/>
          </a:xfrm>
          <a:prstGeom prst="rect">
            <a:avLst/>
          </a:prstGeom>
        </p:spPr>
      </p:pic>
      <p:pic>
        <p:nvPicPr>
          <p:cNvPr id="7" name="Grafik 6" descr="Ein Bild, das Text, Im Haus, Boden, Box enthält.&#10;&#10;KI-generierte Inhalte können fehlerhaft sein.">
            <a:extLst>
              <a:ext uri="{FF2B5EF4-FFF2-40B4-BE49-F238E27FC236}">
                <a16:creationId xmlns:a16="http://schemas.microsoft.com/office/drawing/2014/main" id="{CF5078E2-E7AA-AD86-9DDB-DD238F3616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6" r="4967" b="1"/>
          <a:stretch>
            <a:fillRect/>
          </a:stretch>
        </p:blipFill>
        <p:spPr>
          <a:xfrm>
            <a:off x="4179224" y="170014"/>
            <a:ext cx="7825389" cy="651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85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A031-2E16-81E3-FCB6-2478412F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Quadrat, Rechteck, Reihe, Pixel enthält.&#10;&#10;KI-generierte Inhalte können fehlerhaft sein.">
            <a:extLst>
              <a:ext uri="{FF2B5EF4-FFF2-40B4-BE49-F238E27FC236}">
                <a16:creationId xmlns:a16="http://schemas.microsoft.com/office/drawing/2014/main" id="{D3AF822A-6E83-5D61-A503-4302FE34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938" y="0"/>
            <a:ext cx="6808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Breitbild</PresentationFormat>
  <Paragraphs>1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36</cp:revision>
  <cp:lastPrinted>2025-09-25T19:53:19Z</cp:lastPrinted>
  <dcterms:created xsi:type="dcterms:W3CDTF">2025-09-21T19:30:12Z</dcterms:created>
  <dcterms:modified xsi:type="dcterms:W3CDTF">2025-10-21T06:35:42Z</dcterms:modified>
</cp:coreProperties>
</file>