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89363"/>
  </p:normalViewPr>
  <p:slideViewPr>
    <p:cSldViewPr snapToGrid="0">
      <p:cViewPr varScale="1">
        <p:scale>
          <a:sx n="88" d="100"/>
          <a:sy n="88" d="100"/>
        </p:scale>
        <p:origin x="17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10E92E-5F19-834A-AA97-53FA2D660DCB}" type="datetimeFigureOut">
              <a:rPr lang="de-DE" smtClean="0"/>
              <a:t>16.09.25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64360D-A3AE-044F-B6E9-FC0C70EEF3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424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4360D-A3AE-044F-B6E9-FC0C70EEF33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6186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DBF736-41BD-BCEF-C219-DB89ADFB95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1F4E5B4-638B-A9CE-C065-BB4FD5C1F4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6484DE-5A55-288D-D3F5-79F54F94A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08-E80E-9141-9781-077B3A888FD3}" type="datetimeFigureOut">
              <a:rPr lang="de-DE" smtClean="0"/>
              <a:t>16.09.25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BE8696-C210-0ED6-4481-C24D127EC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B035B2-094A-74B8-4BA8-F2CFB547A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043-021B-1C49-BF4E-7AA6DEF424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578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21BEBB-06F3-7C8B-124C-CE7A8D72F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CB5495-68D0-CA8A-49E8-9AAD963A5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A4B9263-8475-084F-4C01-74298FD4F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08-E80E-9141-9781-077B3A888FD3}" type="datetimeFigureOut">
              <a:rPr lang="de-DE" smtClean="0"/>
              <a:t>16.09.25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C34B102-27AF-A170-C86E-9FAA222B6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E2E69E5-7C57-B850-E027-0004BD7BF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043-021B-1C49-BF4E-7AA6DEF424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7526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EA727D-D698-07A3-B9F8-7521AC68F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028DB37-97F8-F745-2E85-EAAC02A70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7E0751-8F80-9C08-9EE5-C03D4AD7F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08-E80E-9141-9781-077B3A888FD3}" type="datetimeFigureOut">
              <a:rPr lang="de-DE" smtClean="0"/>
              <a:t>16.09.25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0BF7F2A-7443-14F5-5E05-D8B040497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CB6BA2-CAC3-EB8A-4EF9-049914332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043-021B-1C49-BF4E-7AA6DEF424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9463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58AF22-A112-32CC-F2BC-81EF570D3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4860AF-9EC0-9CCF-AECA-A48EEFA315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EDF91C7-22B0-594A-7516-E3D5A8101D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63FA6D1-F566-7454-3585-DA6F1E1AE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08-E80E-9141-9781-077B3A888FD3}" type="datetimeFigureOut">
              <a:rPr lang="de-DE" smtClean="0"/>
              <a:t>16.09.25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D3138BB-508C-388C-DD92-EAF7D6672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BF59079-8D2B-5F98-26DE-071E12CF8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043-021B-1C49-BF4E-7AA6DEF424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1377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2C456E-DAD2-2BD2-004E-E3E88F24D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56420C-FE79-B9C0-37E5-86D4BF2DA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F180F3B-A1AA-32FB-B865-9677A7E0F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6F9BCB9-123A-4973-E443-9F3304A004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D0C55B1-18AF-922D-350A-525A0447FC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1D4E357-60DC-C276-F273-A00DE098D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08-E80E-9141-9781-077B3A888FD3}" type="datetimeFigureOut">
              <a:rPr lang="de-DE" smtClean="0"/>
              <a:t>16.09.25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C0CF131-5A7F-0FB1-F9A3-4AFF7F6CD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D3467A2-C749-0601-317B-7EAD8B222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043-021B-1C49-BF4E-7AA6DEF424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8956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62272E-A944-D6EB-C123-EFDDC942E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A6B042-480A-CC09-7327-511F726C9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08-E80E-9141-9781-077B3A888FD3}" type="datetimeFigureOut">
              <a:rPr lang="de-DE" smtClean="0"/>
              <a:t>16.09.25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BE436B8-004D-4CF9-21F0-9D5C70895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B7FEDFB-A328-8285-63A4-3AD990C91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043-021B-1C49-BF4E-7AA6DEF424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2898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0BE9DB1-E321-7C8F-FA03-95C8C0C4F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08-E80E-9141-9781-077B3A888FD3}" type="datetimeFigureOut">
              <a:rPr lang="de-DE" smtClean="0"/>
              <a:t>16.09.25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F5FB211-C664-093B-A77B-CEE7B2A2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044603E-C3F0-E3F9-9EB4-B8FFC256D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043-021B-1C49-BF4E-7AA6DEF424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2435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4FE973-D53B-E72C-A330-579F85EFD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6840F5-E3D4-3CB4-8DB1-6184F9E2B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3A23824-8F92-8B9C-47C1-57A4E7D9E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8D4F8C-EB62-A0A5-6C24-FAF471F7E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08-E80E-9141-9781-077B3A888FD3}" type="datetimeFigureOut">
              <a:rPr lang="de-DE" smtClean="0"/>
              <a:t>16.09.25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1A974A1-5037-D1DE-90C5-29AD8C33F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F1BF734-6330-5774-6A8B-44731660B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043-021B-1C49-BF4E-7AA6DEF424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8883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CABFDF-4ECA-603C-180B-6528A1352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30261A1-4DF2-83FD-5CC8-DC68074E89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5E76610-49A4-31D0-ECC1-8F3817371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5E5CFD1-3027-AA9F-49BC-6D804B6F0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08-E80E-9141-9781-077B3A888FD3}" type="datetimeFigureOut">
              <a:rPr lang="de-DE" smtClean="0"/>
              <a:t>16.09.25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543EA0B-BA7C-2E89-7AB1-90CCDFA55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4940004-D81D-C9D7-29C7-6444043E0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043-021B-1C49-BF4E-7AA6DEF424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2096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E6FE0D-34D0-4E90-49CE-EDD930FBF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72EE0B9-62B5-9540-38F0-E2013D7D25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952F39-546A-3EBD-5B35-051675A2C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08-E80E-9141-9781-077B3A888FD3}" type="datetimeFigureOut">
              <a:rPr lang="de-DE" smtClean="0"/>
              <a:t>16.09.25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9797B6-7119-4DAA-7287-7D9CFACEA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0E1780-AC04-3270-A3A0-98AE495CA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043-021B-1C49-BF4E-7AA6DEF424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0700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69A708F-5C4D-4852-6000-2BB7D60BD7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6570D46-0568-77A4-5043-CB07343812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35399F4-C353-7D95-6BE8-668F80253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08-E80E-9141-9781-077B3A888FD3}" type="datetimeFigureOut">
              <a:rPr lang="de-DE" smtClean="0"/>
              <a:t>16.09.25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9A3EFA-690C-B2A9-BF19-9A524F2E9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6D5A00-BC7D-543E-3C1B-5D6E40F6A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043-021B-1C49-BF4E-7AA6DEF424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6106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CB71F9F-E182-22BA-803A-43C6531F1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4298C84-4450-4F09-B087-4768B33E9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208B6B-E1A7-24F4-1317-2E47C53EC3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2C0E08-E80E-9141-9781-077B3A888FD3}" type="datetimeFigureOut">
              <a:rPr lang="de-DE" smtClean="0"/>
              <a:t>16.09.25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3798C9-4CBC-F600-381A-841BFCF77F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A1FC8C-30C9-8012-4B62-9894B73DB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989043-021B-1C49-BF4E-7AA6DEF424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3016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oblenz Postleitzahlen Karte - AtlasBig.com">
            <a:extLst>
              <a:ext uri="{FF2B5EF4-FFF2-40B4-BE49-F238E27FC236}">
                <a16:creationId xmlns:a16="http://schemas.microsoft.com/office/drawing/2014/main" id="{2090D038-0511-132E-AFA4-55E5715EE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56071" y="0"/>
            <a:ext cx="4020204" cy="3658386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CEA6E23-C55C-3EE9-3131-43234B304F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532" y="453021"/>
            <a:ext cx="1039009" cy="2752344"/>
          </a:xfrm>
          <a:prstGeom prst="rect">
            <a:avLst/>
          </a:prstGeom>
        </p:spPr>
      </p:pic>
      <p:pic>
        <p:nvPicPr>
          <p:cNvPr id="4" name="Grafik 3" descr="Ein Bild, das Kreis, Thermometer enthält.&#10;&#10;KI-generierte Inhalte können fehlerhaft sein.">
            <a:extLst>
              <a:ext uri="{FF2B5EF4-FFF2-40B4-BE49-F238E27FC236}">
                <a16:creationId xmlns:a16="http://schemas.microsoft.com/office/drawing/2014/main" id="{2F29076B-4C12-C512-264D-B4611DAFFD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8886" y="3658386"/>
            <a:ext cx="3965955" cy="396595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62856B3-46D2-8BF8-D571-AC485F6EB7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98000" y="4306272"/>
            <a:ext cx="2555114" cy="255511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70D9962B-A525-2D68-E406-E3013FA232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0567" y="3950398"/>
            <a:ext cx="2752344" cy="2752344"/>
          </a:xfrm>
          <a:prstGeom prst="rect">
            <a:avLst/>
          </a:prstGeom>
        </p:spPr>
      </p:pic>
      <p:pic>
        <p:nvPicPr>
          <p:cNvPr id="7" name="Grafik 6" descr="Ein Bild, das Hase Kaninchen, Clipart, Zeichnung, Cartoon enthält.&#10;&#10;KI-generierte Inhalte können fehlerhaft sein.">
            <a:extLst>
              <a:ext uri="{FF2B5EF4-FFF2-40B4-BE49-F238E27FC236}">
                <a16:creationId xmlns:a16="http://schemas.microsoft.com/office/drawing/2014/main" id="{C14FC9F4-5726-3A6D-1DB3-0511CEB4728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3234" y="2663284"/>
            <a:ext cx="4205055" cy="1531431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F2A4F45-0375-CFB4-DC1D-64143A25F86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878" y="474282"/>
            <a:ext cx="4624856" cy="158114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0369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Macintosh PowerPoint</Application>
  <PresentationFormat>Breitbild</PresentationFormat>
  <Paragraphs>1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 Vera</dc:creator>
  <cp:lastModifiedBy>Christ Vera</cp:lastModifiedBy>
  <cp:revision>6</cp:revision>
  <dcterms:created xsi:type="dcterms:W3CDTF">2025-09-16T19:00:14Z</dcterms:created>
  <dcterms:modified xsi:type="dcterms:W3CDTF">2025-09-16T20:09:18Z</dcterms:modified>
</cp:coreProperties>
</file>