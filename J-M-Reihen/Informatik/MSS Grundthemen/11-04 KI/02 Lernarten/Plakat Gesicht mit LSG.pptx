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21374100" cy="15113000"/>
  <p:notesSz cx="6858000" cy="9144000"/>
  <p:embeddedFontLst>
    <p:embeddedFont>
      <p:font typeface="Garet ExtraBold" pitchFamily="2" charset="77"/>
      <p:regular r:id="rId5"/>
      <p:bold r:id="rId6"/>
    </p:embeddedFont>
    <p:embeddedFont>
      <p:font typeface="Garet ExtraBold Bold" pitchFamily="2" charset="77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75" autoAdjust="0"/>
  </p:normalViewPr>
  <p:slideViewPr>
    <p:cSldViewPr>
      <p:cViewPr varScale="1">
        <p:scale>
          <a:sx n="47" d="100"/>
          <a:sy n="47" d="100"/>
        </p:scale>
        <p:origin x="166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89162" y="0"/>
            <a:ext cx="0" cy="15098689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3" name="AutoShape 3"/>
          <p:cNvSpPr/>
          <p:nvPr/>
        </p:nvSpPr>
        <p:spPr>
          <a:xfrm>
            <a:off x="17414948" y="7917363"/>
            <a:ext cx="3969052" cy="720263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 flipH="1">
            <a:off x="-8993" y="7917363"/>
            <a:ext cx="21392882" cy="100013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5" name="Group 5"/>
          <p:cNvGrpSpPr/>
          <p:nvPr/>
        </p:nvGrpSpPr>
        <p:grpSpPr>
          <a:xfrm>
            <a:off x="152939" y="142175"/>
            <a:ext cx="628661" cy="915677"/>
            <a:chOff x="0" y="0"/>
            <a:chExt cx="112649" cy="1640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939" y="8133892"/>
            <a:ext cx="628661" cy="915677"/>
            <a:chOff x="0" y="0"/>
            <a:chExt cx="112649" cy="164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54432" y="142390"/>
            <a:ext cx="628661" cy="915677"/>
            <a:chOff x="0" y="0"/>
            <a:chExt cx="112649" cy="1640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56935" y="8121514"/>
            <a:ext cx="628661" cy="915677"/>
            <a:chOff x="0" y="0"/>
            <a:chExt cx="112649" cy="1640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32049" y="1058067"/>
            <a:ext cx="11805332" cy="6719974"/>
            <a:chOff x="0" y="0"/>
            <a:chExt cx="2115382" cy="12041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5382" cy="1204144"/>
            </a:xfrm>
            <a:custGeom>
              <a:avLst/>
              <a:gdLst/>
              <a:ahLst/>
              <a:cxnLst/>
              <a:rect l="l" t="t" r="r" b="b"/>
              <a:pathLst>
                <a:path w="2115382" h="1204144">
                  <a:moveTo>
                    <a:pt x="42627" y="0"/>
                  </a:moveTo>
                  <a:lnTo>
                    <a:pt x="2072755" y="0"/>
                  </a:lnTo>
                  <a:cubicBezTo>
                    <a:pt x="2084061" y="0"/>
                    <a:pt x="2094903" y="4491"/>
                    <a:pt x="2102897" y="12485"/>
                  </a:cubicBezTo>
                  <a:cubicBezTo>
                    <a:pt x="2110891" y="20479"/>
                    <a:pt x="2115382" y="31322"/>
                    <a:pt x="2115382" y="42627"/>
                  </a:cubicBezTo>
                  <a:lnTo>
                    <a:pt x="2115382" y="1161517"/>
                  </a:lnTo>
                  <a:cubicBezTo>
                    <a:pt x="2115382" y="1172822"/>
                    <a:pt x="2110891" y="1183664"/>
                    <a:pt x="2102897" y="1191658"/>
                  </a:cubicBezTo>
                  <a:cubicBezTo>
                    <a:pt x="2094903" y="1199653"/>
                    <a:pt x="2084061" y="1204144"/>
                    <a:pt x="2072755" y="1204144"/>
                  </a:cubicBezTo>
                  <a:lnTo>
                    <a:pt x="42627" y="1204144"/>
                  </a:lnTo>
                  <a:cubicBezTo>
                    <a:pt x="31322" y="1204144"/>
                    <a:pt x="20479" y="1199653"/>
                    <a:pt x="12485" y="1191658"/>
                  </a:cubicBezTo>
                  <a:cubicBezTo>
                    <a:pt x="4491" y="1183664"/>
                    <a:pt x="0" y="1172822"/>
                    <a:pt x="0" y="1161517"/>
                  </a:cubicBezTo>
                  <a:lnTo>
                    <a:pt x="0" y="42627"/>
                  </a:lnTo>
                  <a:cubicBezTo>
                    <a:pt x="0" y="31322"/>
                    <a:pt x="4491" y="20479"/>
                    <a:pt x="12485" y="12485"/>
                  </a:cubicBezTo>
                  <a:cubicBezTo>
                    <a:pt x="20479" y="4491"/>
                    <a:pt x="31322" y="0"/>
                    <a:pt x="426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2115382" cy="1146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15334715" y="1058067"/>
            <a:ext cx="0" cy="6719974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21" name="Group 21"/>
          <p:cNvGrpSpPr/>
          <p:nvPr/>
        </p:nvGrpSpPr>
        <p:grpSpPr>
          <a:xfrm>
            <a:off x="265861" y="1057959"/>
            <a:ext cx="8676495" cy="6683191"/>
            <a:chOff x="0" y="0"/>
            <a:chExt cx="1554730" cy="11975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54730" cy="1197552"/>
            </a:xfrm>
            <a:custGeom>
              <a:avLst/>
              <a:gdLst/>
              <a:ahLst/>
              <a:cxnLst/>
              <a:rect l="l" t="t" r="r" b="b"/>
              <a:pathLst>
                <a:path w="1554730" h="1197552">
                  <a:moveTo>
                    <a:pt x="57999" y="0"/>
                  </a:moveTo>
                  <a:lnTo>
                    <a:pt x="1496732" y="0"/>
                  </a:lnTo>
                  <a:cubicBezTo>
                    <a:pt x="1528763" y="0"/>
                    <a:pt x="1554730" y="25967"/>
                    <a:pt x="1554730" y="57999"/>
                  </a:cubicBezTo>
                  <a:lnTo>
                    <a:pt x="1554730" y="1139554"/>
                  </a:lnTo>
                  <a:cubicBezTo>
                    <a:pt x="1554730" y="1171586"/>
                    <a:pt x="1528763" y="1197552"/>
                    <a:pt x="1496732" y="1197552"/>
                  </a:cubicBezTo>
                  <a:lnTo>
                    <a:pt x="57999" y="1197552"/>
                  </a:lnTo>
                  <a:cubicBezTo>
                    <a:pt x="25967" y="1197552"/>
                    <a:pt x="0" y="1171586"/>
                    <a:pt x="0" y="1139554"/>
                  </a:cubicBezTo>
                  <a:lnTo>
                    <a:pt x="0" y="57999"/>
                  </a:lnTo>
                  <a:cubicBezTo>
                    <a:pt x="0" y="25967"/>
                    <a:pt x="25967" y="0"/>
                    <a:pt x="57999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57150"/>
              <a:ext cx="1554730" cy="1140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 flipH="1">
            <a:off x="4604108" y="1057959"/>
            <a:ext cx="0" cy="6683191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25" name="Freeform 25"/>
          <p:cNvSpPr/>
          <p:nvPr/>
        </p:nvSpPr>
        <p:spPr>
          <a:xfrm>
            <a:off x="4913671" y="2732094"/>
            <a:ext cx="3670326" cy="3728989"/>
          </a:xfrm>
          <a:custGeom>
            <a:avLst/>
            <a:gdLst/>
            <a:ahLst/>
            <a:cxnLst/>
            <a:rect l="l" t="t" r="r" b="b"/>
            <a:pathLst>
              <a:path w="3670326" h="3728989">
                <a:moveTo>
                  <a:pt x="0" y="0"/>
                </a:moveTo>
                <a:lnTo>
                  <a:pt x="3670326" y="0"/>
                </a:lnTo>
                <a:lnTo>
                  <a:pt x="3670326" y="3728989"/>
                </a:lnTo>
                <a:lnTo>
                  <a:pt x="0" y="3728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695" t="-10561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26"/>
          <p:cNvSpPr/>
          <p:nvPr/>
        </p:nvSpPr>
        <p:spPr>
          <a:xfrm>
            <a:off x="651997" y="2732094"/>
            <a:ext cx="3640248" cy="3693476"/>
          </a:xfrm>
          <a:custGeom>
            <a:avLst/>
            <a:gdLst/>
            <a:ahLst/>
            <a:cxnLst/>
            <a:rect l="l" t="t" r="r" b="b"/>
            <a:pathLst>
              <a:path w="3640248" h="3693476">
                <a:moveTo>
                  <a:pt x="0" y="0"/>
                </a:moveTo>
                <a:lnTo>
                  <a:pt x="3640248" y="0"/>
                </a:lnTo>
                <a:lnTo>
                  <a:pt x="3640248" y="3693476"/>
                </a:lnTo>
                <a:lnTo>
                  <a:pt x="0" y="3693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47" r="-108440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27"/>
          <p:cNvSpPr/>
          <p:nvPr/>
        </p:nvSpPr>
        <p:spPr>
          <a:xfrm>
            <a:off x="10080717" y="117375"/>
            <a:ext cx="799132" cy="865096"/>
          </a:xfrm>
          <a:custGeom>
            <a:avLst/>
            <a:gdLst/>
            <a:ahLst/>
            <a:cxnLst/>
            <a:rect l="l" t="t" r="r" b="b"/>
            <a:pathLst>
              <a:path w="799132" h="865096">
                <a:moveTo>
                  <a:pt x="0" y="0"/>
                </a:moveTo>
                <a:lnTo>
                  <a:pt x="799132" y="0"/>
                </a:lnTo>
                <a:lnTo>
                  <a:pt x="799132" y="865095"/>
                </a:lnTo>
                <a:lnTo>
                  <a:pt x="0" y="865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8" name="Freeform 28"/>
          <p:cNvSpPr/>
          <p:nvPr/>
        </p:nvSpPr>
        <p:spPr>
          <a:xfrm>
            <a:off x="865194" y="8111512"/>
            <a:ext cx="901850" cy="891705"/>
          </a:xfrm>
          <a:custGeom>
            <a:avLst/>
            <a:gdLst/>
            <a:ahLst/>
            <a:cxnLst/>
            <a:rect l="l" t="t" r="r" b="b"/>
            <a:pathLst>
              <a:path w="901850" h="891705">
                <a:moveTo>
                  <a:pt x="0" y="0"/>
                </a:moveTo>
                <a:lnTo>
                  <a:pt x="901850" y="0"/>
                </a:lnTo>
                <a:lnTo>
                  <a:pt x="901850" y="891705"/>
                </a:lnTo>
                <a:lnTo>
                  <a:pt x="0" y="8917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29"/>
          <p:cNvSpPr/>
          <p:nvPr/>
        </p:nvSpPr>
        <p:spPr>
          <a:xfrm>
            <a:off x="1004836" y="173983"/>
            <a:ext cx="916926" cy="751880"/>
          </a:xfrm>
          <a:custGeom>
            <a:avLst/>
            <a:gdLst/>
            <a:ahLst/>
            <a:cxnLst/>
            <a:rect l="l" t="t" r="r" b="b"/>
            <a:pathLst>
              <a:path w="916926" h="751880">
                <a:moveTo>
                  <a:pt x="0" y="0"/>
                </a:moveTo>
                <a:lnTo>
                  <a:pt x="916926" y="0"/>
                </a:lnTo>
                <a:lnTo>
                  <a:pt x="916926" y="751879"/>
                </a:lnTo>
                <a:lnTo>
                  <a:pt x="0" y="751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30"/>
          <p:cNvSpPr/>
          <p:nvPr/>
        </p:nvSpPr>
        <p:spPr>
          <a:xfrm>
            <a:off x="20508406" y="14277310"/>
            <a:ext cx="728975" cy="821380"/>
          </a:xfrm>
          <a:custGeom>
            <a:avLst/>
            <a:gdLst/>
            <a:ahLst/>
            <a:cxnLst/>
            <a:rect l="l" t="t" r="r" b="b"/>
            <a:pathLst>
              <a:path w="728975" h="821380">
                <a:moveTo>
                  <a:pt x="0" y="0"/>
                </a:moveTo>
                <a:lnTo>
                  <a:pt x="728975" y="0"/>
                </a:lnTo>
                <a:lnTo>
                  <a:pt x="728975" y="821379"/>
                </a:lnTo>
                <a:lnTo>
                  <a:pt x="0" y="8213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31"/>
          <p:cNvSpPr/>
          <p:nvPr/>
        </p:nvSpPr>
        <p:spPr>
          <a:xfrm>
            <a:off x="10237997" y="8155487"/>
            <a:ext cx="868353" cy="847729"/>
          </a:xfrm>
          <a:custGeom>
            <a:avLst/>
            <a:gdLst/>
            <a:ahLst/>
            <a:cxnLst/>
            <a:rect l="l" t="t" r="r" b="b"/>
            <a:pathLst>
              <a:path w="868353" h="847729">
                <a:moveTo>
                  <a:pt x="0" y="0"/>
                </a:moveTo>
                <a:lnTo>
                  <a:pt x="868352" y="0"/>
                </a:lnTo>
                <a:lnTo>
                  <a:pt x="868352" y="847730"/>
                </a:lnTo>
                <a:lnTo>
                  <a:pt x="0" y="8477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TextBox 32"/>
          <p:cNvSpPr txBox="1"/>
          <p:nvPr/>
        </p:nvSpPr>
        <p:spPr>
          <a:xfrm>
            <a:off x="2140837" y="337832"/>
            <a:ext cx="387469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Trainingsdaten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70349" y="337832"/>
            <a:ext cx="287027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Testdaten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21762" y="8412662"/>
            <a:ext cx="4509665" cy="96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Garet ExtraBold Bold"/>
                <a:ea typeface="Garet ExtraBold Bold"/>
                <a:cs typeface="Garet ExtraBold Bold"/>
                <a:sym typeface="Garet ExtraBold Bold"/>
              </a:rPr>
              <a:t>Aufgabe der KI: </a:t>
            </a: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Regeln aufstellen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191" y="1330968"/>
            <a:ext cx="1479183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205251" y="1299909"/>
            <a:ext cx="2914952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 nicht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58749" y="8384721"/>
            <a:ext cx="931624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Auswertung, Analyse und Bedeutung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1167" y="1330968"/>
            <a:ext cx="1479183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120501" y="1327163"/>
            <a:ext cx="2914952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 nicht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89162" y="0"/>
            <a:ext cx="0" cy="15098689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3" name="AutoShape 3"/>
          <p:cNvSpPr/>
          <p:nvPr/>
        </p:nvSpPr>
        <p:spPr>
          <a:xfrm>
            <a:off x="17414948" y="7917363"/>
            <a:ext cx="3969052" cy="720263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 flipH="1">
            <a:off x="-8993" y="7917363"/>
            <a:ext cx="21392882" cy="100013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5" name="Group 5"/>
          <p:cNvGrpSpPr/>
          <p:nvPr/>
        </p:nvGrpSpPr>
        <p:grpSpPr>
          <a:xfrm>
            <a:off x="152939" y="142175"/>
            <a:ext cx="628661" cy="915677"/>
            <a:chOff x="0" y="0"/>
            <a:chExt cx="112649" cy="1640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939" y="8133892"/>
            <a:ext cx="628661" cy="915677"/>
            <a:chOff x="0" y="0"/>
            <a:chExt cx="112649" cy="164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54432" y="142390"/>
            <a:ext cx="628661" cy="915677"/>
            <a:chOff x="0" y="0"/>
            <a:chExt cx="112649" cy="1640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56935" y="8121514"/>
            <a:ext cx="628661" cy="915677"/>
            <a:chOff x="0" y="0"/>
            <a:chExt cx="112649" cy="1640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32049" y="1058067"/>
            <a:ext cx="11805332" cy="6719974"/>
            <a:chOff x="0" y="0"/>
            <a:chExt cx="2115382" cy="12041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5382" cy="1204144"/>
            </a:xfrm>
            <a:custGeom>
              <a:avLst/>
              <a:gdLst/>
              <a:ahLst/>
              <a:cxnLst/>
              <a:rect l="l" t="t" r="r" b="b"/>
              <a:pathLst>
                <a:path w="2115382" h="1204144">
                  <a:moveTo>
                    <a:pt x="42627" y="0"/>
                  </a:moveTo>
                  <a:lnTo>
                    <a:pt x="2072755" y="0"/>
                  </a:lnTo>
                  <a:cubicBezTo>
                    <a:pt x="2084061" y="0"/>
                    <a:pt x="2094903" y="4491"/>
                    <a:pt x="2102897" y="12485"/>
                  </a:cubicBezTo>
                  <a:cubicBezTo>
                    <a:pt x="2110891" y="20479"/>
                    <a:pt x="2115382" y="31322"/>
                    <a:pt x="2115382" y="42627"/>
                  </a:cubicBezTo>
                  <a:lnTo>
                    <a:pt x="2115382" y="1161517"/>
                  </a:lnTo>
                  <a:cubicBezTo>
                    <a:pt x="2115382" y="1172822"/>
                    <a:pt x="2110891" y="1183664"/>
                    <a:pt x="2102897" y="1191658"/>
                  </a:cubicBezTo>
                  <a:cubicBezTo>
                    <a:pt x="2094903" y="1199653"/>
                    <a:pt x="2084061" y="1204144"/>
                    <a:pt x="2072755" y="1204144"/>
                  </a:cubicBezTo>
                  <a:lnTo>
                    <a:pt x="42627" y="1204144"/>
                  </a:lnTo>
                  <a:cubicBezTo>
                    <a:pt x="31322" y="1204144"/>
                    <a:pt x="20479" y="1199653"/>
                    <a:pt x="12485" y="1191658"/>
                  </a:cubicBezTo>
                  <a:cubicBezTo>
                    <a:pt x="4491" y="1183664"/>
                    <a:pt x="0" y="1172822"/>
                    <a:pt x="0" y="1161517"/>
                  </a:cubicBezTo>
                  <a:lnTo>
                    <a:pt x="0" y="42627"/>
                  </a:lnTo>
                  <a:cubicBezTo>
                    <a:pt x="0" y="31322"/>
                    <a:pt x="4491" y="20479"/>
                    <a:pt x="12485" y="12485"/>
                  </a:cubicBezTo>
                  <a:cubicBezTo>
                    <a:pt x="20479" y="4491"/>
                    <a:pt x="31322" y="0"/>
                    <a:pt x="426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2115382" cy="1146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15334715" y="1058067"/>
            <a:ext cx="0" cy="6719974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21" name="Group 21"/>
          <p:cNvGrpSpPr/>
          <p:nvPr/>
        </p:nvGrpSpPr>
        <p:grpSpPr>
          <a:xfrm>
            <a:off x="265861" y="1057959"/>
            <a:ext cx="8676495" cy="6683191"/>
            <a:chOff x="0" y="0"/>
            <a:chExt cx="1554730" cy="11975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54730" cy="1197552"/>
            </a:xfrm>
            <a:custGeom>
              <a:avLst/>
              <a:gdLst/>
              <a:ahLst/>
              <a:cxnLst/>
              <a:rect l="l" t="t" r="r" b="b"/>
              <a:pathLst>
                <a:path w="1554730" h="1197552">
                  <a:moveTo>
                    <a:pt x="57999" y="0"/>
                  </a:moveTo>
                  <a:lnTo>
                    <a:pt x="1496732" y="0"/>
                  </a:lnTo>
                  <a:cubicBezTo>
                    <a:pt x="1528763" y="0"/>
                    <a:pt x="1554730" y="25967"/>
                    <a:pt x="1554730" y="57999"/>
                  </a:cubicBezTo>
                  <a:lnTo>
                    <a:pt x="1554730" y="1139554"/>
                  </a:lnTo>
                  <a:cubicBezTo>
                    <a:pt x="1554730" y="1171586"/>
                    <a:pt x="1528763" y="1197552"/>
                    <a:pt x="1496732" y="1197552"/>
                  </a:cubicBezTo>
                  <a:lnTo>
                    <a:pt x="57999" y="1197552"/>
                  </a:lnTo>
                  <a:cubicBezTo>
                    <a:pt x="25967" y="1197552"/>
                    <a:pt x="0" y="1171586"/>
                    <a:pt x="0" y="1139554"/>
                  </a:cubicBezTo>
                  <a:lnTo>
                    <a:pt x="0" y="57999"/>
                  </a:lnTo>
                  <a:cubicBezTo>
                    <a:pt x="0" y="25967"/>
                    <a:pt x="25967" y="0"/>
                    <a:pt x="57999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57150"/>
              <a:ext cx="1554730" cy="1140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 flipH="1">
            <a:off x="4604108" y="1057959"/>
            <a:ext cx="0" cy="6683191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25" name="Freeform 25"/>
          <p:cNvSpPr/>
          <p:nvPr/>
        </p:nvSpPr>
        <p:spPr>
          <a:xfrm>
            <a:off x="4913671" y="2732094"/>
            <a:ext cx="3670326" cy="3728989"/>
          </a:xfrm>
          <a:custGeom>
            <a:avLst/>
            <a:gdLst/>
            <a:ahLst/>
            <a:cxnLst/>
            <a:rect l="l" t="t" r="r" b="b"/>
            <a:pathLst>
              <a:path w="3670326" h="3728989">
                <a:moveTo>
                  <a:pt x="0" y="0"/>
                </a:moveTo>
                <a:lnTo>
                  <a:pt x="3670326" y="0"/>
                </a:lnTo>
                <a:lnTo>
                  <a:pt x="3670326" y="3728989"/>
                </a:lnTo>
                <a:lnTo>
                  <a:pt x="0" y="3728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695" t="-10561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26"/>
          <p:cNvSpPr/>
          <p:nvPr/>
        </p:nvSpPr>
        <p:spPr>
          <a:xfrm>
            <a:off x="651997" y="2732094"/>
            <a:ext cx="3640248" cy="3693476"/>
          </a:xfrm>
          <a:custGeom>
            <a:avLst/>
            <a:gdLst/>
            <a:ahLst/>
            <a:cxnLst/>
            <a:rect l="l" t="t" r="r" b="b"/>
            <a:pathLst>
              <a:path w="3640248" h="3693476">
                <a:moveTo>
                  <a:pt x="0" y="0"/>
                </a:moveTo>
                <a:lnTo>
                  <a:pt x="3640248" y="0"/>
                </a:lnTo>
                <a:lnTo>
                  <a:pt x="3640248" y="3693476"/>
                </a:lnTo>
                <a:lnTo>
                  <a:pt x="0" y="3693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47" r="-108440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27"/>
          <p:cNvSpPr/>
          <p:nvPr/>
        </p:nvSpPr>
        <p:spPr>
          <a:xfrm>
            <a:off x="10080717" y="117375"/>
            <a:ext cx="799132" cy="865096"/>
          </a:xfrm>
          <a:custGeom>
            <a:avLst/>
            <a:gdLst/>
            <a:ahLst/>
            <a:cxnLst/>
            <a:rect l="l" t="t" r="r" b="b"/>
            <a:pathLst>
              <a:path w="799132" h="865096">
                <a:moveTo>
                  <a:pt x="0" y="0"/>
                </a:moveTo>
                <a:lnTo>
                  <a:pt x="799132" y="0"/>
                </a:lnTo>
                <a:lnTo>
                  <a:pt x="799132" y="865095"/>
                </a:lnTo>
                <a:lnTo>
                  <a:pt x="0" y="865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8" name="Freeform 28"/>
          <p:cNvSpPr/>
          <p:nvPr/>
        </p:nvSpPr>
        <p:spPr>
          <a:xfrm>
            <a:off x="865194" y="8111512"/>
            <a:ext cx="901850" cy="891705"/>
          </a:xfrm>
          <a:custGeom>
            <a:avLst/>
            <a:gdLst/>
            <a:ahLst/>
            <a:cxnLst/>
            <a:rect l="l" t="t" r="r" b="b"/>
            <a:pathLst>
              <a:path w="901850" h="891705">
                <a:moveTo>
                  <a:pt x="0" y="0"/>
                </a:moveTo>
                <a:lnTo>
                  <a:pt x="901850" y="0"/>
                </a:lnTo>
                <a:lnTo>
                  <a:pt x="901850" y="891705"/>
                </a:lnTo>
                <a:lnTo>
                  <a:pt x="0" y="8917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29"/>
          <p:cNvSpPr/>
          <p:nvPr/>
        </p:nvSpPr>
        <p:spPr>
          <a:xfrm>
            <a:off x="1004836" y="173983"/>
            <a:ext cx="916926" cy="751880"/>
          </a:xfrm>
          <a:custGeom>
            <a:avLst/>
            <a:gdLst/>
            <a:ahLst/>
            <a:cxnLst/>
            <a:rect l="l" t="t" r="r" b="b"/>
            <a:pathLst>
              <a:path w="916926" h="751880">
                <a:moveTo>
                  <a:pt x="0" y="0"/>
                </a:moveTo>
                <a:lnTo>
                  <a:pt x="916926" y="0"/>
                </a:lnTo>
                <a:lnTo>
                  <a:pt x="916926" y="751879"/>
                </a:lnTo>
                <a:lnTo>
                  <a:pt x="0" y="751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30"/>
          <p:cNvSpPr/>
          <p:nvPr/>
        </p:nvSpPr>
        <p:spPr>
          <a:xfrm>
            <a:off x="20520595" y="14118714"/>
            <a:ext cx="728975" cy="821380"/>
          </a:xfrm>
          <a:custGeom>
            <a:avLst/>
            <a:gdLst/>
            <a:ahLst/>
            <a:cxnLst/>
            <a:rect l="l" t="t" r="r" b="b"/>
            <a:pathLst>
              <a:path w="728975" h="821380">
                <a:moveTo>
                  <a:pt x="0" y="0"/>
                </a:moveTo>
                <a:lnTo>
                  <a:pt x="728975" y="0"/>
                </a:lnTo>
                <a:lnTo>
                  <a:pt x="728975" y="821380"/>
                </a:lnTo>
                <a:lnTo>
                  <a:pt x="0" y="8213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31"/>
          <p:cNvSpPr/>
          <p:nvPr/>
        </p:nvSpPr>
        <p:spPr>
          <a:xfrm>
            <a:off x="10237997" y="8155487"/>
            <a:ext cx="868353" cy="847729"/>
          </a:xfrm>
          <a:custGeom>
            <a:avLst/>
            <a:gdLst/>
            <a:ahLst/>
            <a:cxnLst/>
            <a:rect l="l" t="t" r="r" b="b"/>
            <a:pathLst>
              <a:path w="868353" h="847729">
                <a:moveTo>
                  <a:pt x="0" y="0"/>
                </a:moveTo>
                <a:lnTo>
                  <a:pt x="868352" y="0"/>
                </a:lnTo>
                <a:lnTo>
                  <a:pt x="868352" y="847730"/>
                </a:lnTo>
                <a:lnTo>
                  <a:pt x="0" y="8477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2"/>
          <p:cNvSpPr/>
          <p:nvPr/>
        </p:nvSpPr>
        <p:spPr>
          <a:xfrm>
            <a:off x="15568184" y="3911684"/>
            <a:ext cx="1104633" cy="1096450"/>
          </a:xfrm>
          <a:custGeom>
            <a:avLst/>
            <a:gdLst/>
            <a:ahLst/>
            <a:cxnLst/>
            <a:rect l="l" t="t" r="r" b="b"/>
            <a:pathLst>
              <a:path w="1104633" h="1096450">
                <a:moveTo>
                  <a:pt x="0" y="0"/>
                </a:moveTo>
                <a:lnTo>
                  <a:pt x="1104633" y="0"/>
                </a:lnTo>
                <a:lnTo>
                  <a:pt x="1104633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33"/>
          <p:cNvSpPr/>
          <p:nvPr/>
        </p:nvSpPr>
        <p:spPr>
          <a:xfrm>
            <a:off x="17534010" y="3602274"/>
            <a:ext cx="1123481" cy="1115159"/>
          </a:xfrm>
          <a:custGeom>
            <a:avLst/>
            <a:gdLst/>
            <a:ahLst/>
            <a:cxnLst/>
            <a:rect l="l" t="t" r="r" b="b"/>
            <a:pathLst>
              <a:path w="1123481" h="1115159">
                <a:moveTo>
                  <a:pt x="0" y="0"/>
                </a:moveTo>
                <a:lnTo>
                  <a:pt x="1123482" y="0"/>
                </a:lnTo>
                <a:lnTo>
                  <a:pt x="1123482" y="1115159"/>
                </a:lnTo>
                <a:lnTo>
                  <a:pt x="0" y="11151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34"/>
          <p:cNvSpPr/>
          <p:nvPr/>
        </p:nvSpPr>
        <p:spPr>
          <a:xfrm>
            <a:off x="15675941" y="6099762"/>
            <a:ext cx="1144898" cy="1161986"/>
          </a:xfrm>
          <a:custGeom>
            <a:avLst/>
            <a:gdLst/>
            <a:ahLst/>
            <a:cxnLst/>
            <a:rect l="l" t="t" r="r" b="b"/>
            <a:pathLst>
              <a:path w="1144898" h="1161986">
                <a:moveTo>
                  <a:pt x="0" y="0"/>
                </a:moveTo>
                <a:lnTo>
                  <a:pt x="1144898" y="0"/>
                </a:lnTo>
                <a:lnTo>
                  <a:pt x="1144898" y="1161986"/>
                </a:lnTo>
                <a:lnTo>
                  <a:pt x="0" y="116198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35"/>
          <p:cNvSpPr/>
          <p:nvPr/>
        </p:nvSpPr>
        <p:spPr>
          <a:xfrm>
            <a:off x="19690828" y="1869016"/>
            <a:ext cx="1194254" cy="1114427"/>
          </a:xfrm>
          <a:custGeom>
            <a:avLst/>
            <a:gdLst/>
            <a:ahLst/>
            <a:cxnLst/>
            <a:rect l="l" t="t" r="r" b="b"/>
            <a:pathLst>
              <a:path w="1194254" h="1114427">
                <a:moveTo>
                  <a:pt x="0" y="0"/>
                </a:moveTo>
                <a:lnTo>
                  <a:pt x="1194255" y="0"/>
                </a:lnTo>
                <a:lnTo>
                  <a:pt x="1194255" y="1114427"/>
                </a:lnTo>
                <a:lnTo>
                  <a:pt x="0" y="11144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2787" b="-2787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36"/>
          <p:cNvSpPr/>
          <p:nvPr/>
        </p:nvSpPr>
        <p:spPr>
          <a:xfrm>
            <a:off x="19399474" y="3802593"/>
            <a:ext cx="1115361" cy="1090576"/>
          </a:xfrm>
          <a:custGeom>
            <a:avLst/>
            <a:gdLst/>
            <a:ahLst/>
            <a:cxnLst/>
            <a:rect l="l" t="t" r="r" b="b"/>
            <a:pathLst>
              <a:path w="1115361" h="1090576">
                <a:moveTo>
                  <a:pt x="0" y="0"/>
                </a:moveTo>
                <a:lnTo>
                  <a:pt x="1115361" y="0"/>
                </a:lnTo>
                <a:lnTo>
                  <a:pt x="1115361" y="1090576"/>
                </a:lnTo>
                <a:lnTo>
                  <a:pt x="0" y="109057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7" name="Freeform 37"/>
          <p:cNvSpPr/>
          <p:nvPr/>
        </p:nvSpPr>
        <p:spPr>
          <a:xfrm>
            <a:off x="15732451" y="1948565"/>
            <a:ext cx="1088388" cy="1096450"/>
          </a:xfrm>
          <a:custGeom>
            <a:avLst/>
            <a:gdLst/>
            <a:ahLst/>
            <a:cxnLst/>
            <a:rect l="l" t="t" r="r" b="b"/>
            <a:pathLst>
              <a:path w="1088388" h="1096450">
                <a:moveTo>
                  <a:pt x="0" y="0"/>
                </a:moveTo>
                <a:lnTo>
                  <a:pt x="1088388" y="0"/>
                </a:lnTo>
                <a:lnTo>
                  <a:pt x="1088388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38"/>
          <p:cNvSpPr/>
          <p:nvPr/>
        </p:nvSpPr>
        <p:spPr>
          <a:xfrm>
            <a:off x="17754289" y="2164950"/>
            <a:ext cx="1101091" cy="1084899"/>
          </a:xfrm>
          <a:custGeom>
            <a:avLst/>
            <a:gdLst/>
            <a:ahLst/>
            <a:cxnLst/>
            <a:rect l="l" t="t" r="r" b="b"/>
            <a:pathLst>
              <a:path w="1101091" h="1084899">
                <a:moveTo>
                  <a:pt x="0" y="0"/>
                </a:moveTo>
                <a:lnTo>
                  <a:pt x="1101091" y="0"/>
                </a:lnTo>
                <a:lnTo>
                  <a:pt x="1101091" y="1084899"/>
                </a:lnTo>
                <a:lnTo>
                  <a:pt x="0" y="108489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39"/>
          <p:cNvSpPr/>
          <p:nvPr/>
        </p:nvSpPr>
        <p:spPr>
          <a:xfrm>
            <a:off x="19322880" y="6004512"/>
            <a:ext cx="1098239" cy="1090104"/>
          </a:xfrm>
          <a:custGeom>
            <a:avLst/>
            <a:gdLst/>
            <a:ahLst/>
            <a:cxnLst/>
            <a:rect l="l" t="t" r="r" b="b"/>
            <a:pathLst>
              <a:path w="1098239" h="1090104">
                <a:moveTo>
                  <a:pt x="0" y="0"/>
                </a:moveTo>
                <a:lnTo>
                  <a:pt x="1098240" y="0"/>
                </a:lnTo>
                <a:lnTo>
                  <a:pt x="1098240" y="1090104"/>
                </a:lnTo>
                <a:lnTo>
                  <a:pt x="0" y="109010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40"/>
          <p:cNvSpPr/>
          <p:nvPr/>
        </p:nvSpPr>
        <p:spPr>
          <a:xfrm>
            <a:off x="17618478" y="5426979"/>
            <a:ext cx="1088388" cy="1096572"/>
          </a:xfrm>
          <a:custGeom>
            <a:avLst/>
            <a:gdLst/>
            <a:ahLst/>
            <a:cxnLst/>
            <a:rect l="l" t="t" r="r" b="b"/>
            <a:pathLst>
              <a:path w="1088388" h="1096572">
                <a:moveTo>
                  <a:pt x="0" y="0"/>
                </a:moveTo>
                <a:lnTo>
                  <a:pt x="1088388" y="0"/>
                </a:lnTo>
                <a:lnTo>
                  <a:pt x="1088388" y="1096572"/>
                </a:lnTo>
                <a:lnTo>
                  <a:pt x="0" y="109657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41"/>
          <p:cNvSpPr/>
          <p:nvPr/>
        </p:nvSpPr>
        <p:spPr>
          <a:xfrm>
            <a:off x="13446583" y="3249849"/>
            <a:ext cx="1121370" cy="1096450"/>
          </a:xfrm>
          <a:custGeom>
            <a:avLst/>
            <a:gdLst/>
            <a:ahLst/>
            <a:cxnLst/>
            <a:rect l="l" t="t" r="r" b="b"/>
            <a:pathLst>
              <a:path w="1121370" h="1096450">
                <a:moveTo>
                  <a:pt x="0" y="0"/>
                </a:moveTo>
                <a:lnTo>
                  <a:pt x="1121370" y="0"/>
                </a:lnTo>
                <a:lnTo>
                  <a:pt x="1121370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2" name="Freeform 42"/>
          <p:cNvSpPr/>
          <p:nvPr/>
        </p:nvSpPr>
        <p:spPr>
          <a:xfrm>
            <a:off x="11849979" y="5247906"/>
            <a:ext cx="1121560" cy="1096450"/>
          </a:xfrm>
          <a:custGeom>
            <a:avLst/>
            <a:gdLst/>
            <a:ahLst/>
            <a:cxnLst/>
            <a:rect l="l" t="t" r="r" b="b"/>
            <a:pathLst>
              <a:path w="1121560" h="1096450">
                <a:moveTo>
                  <a:pt x="0" y="0"/>
                </a:moveTo>
                <a:lnTo>
                  <a:pt x="1121560" y="0"/>
                </a:lnTo>
                <a:lnTo>
                  <a:pt x="1121560" y="1096451"/>
                </a:lnTo>
                <a:lnTo>
                  <a:pt x="0" y="109645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3" name="Freeform 43"/>
          <p:cNvSpPr/>
          <p:nvPr/>
        </p:nvSpPr>
        <p:spPr>
          <a:xfrm>
            <a:off x="11623548" y="2164950"/>
            <a:ext cx="1080085" cy="1096450"/>
          </a:xfrm>
          <a:custGeom>
            <a:avLst/>
            <a:gdLst/>
            <a:ahLst/>
            <a:cxnLst/>
            <a:rect l="l" t="t" r="r" b="b"/>
            <a:pathLst>
              <a:path w="1080085" h="1096450">
                <a:moveTo>
                  <a:pt x="0" y="0"/>
                </a:moveTo>
                <a:lnTo>
                  <a:pt x="1080085" y="0"/>
                </a:lnTo>
                <a:lnTo>
                  <a:pt x="1080085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4" name="Freeform 44"/>
          <p:cNvSpPr/>
          <p:nvPr/>
        </p:nvSpPr>
        <p:spPr>
          <a:xfrm>
            <a:off x="10879849" y="3869829"/>
            <a:ext cx="1088388" cy="1096450"/>
          </a:xfrm>
          <a:custGeom>
            <a:avLst/>
            <a:gdLst/>
            <a:ahLst/>
            <a:cxnLst/>
            <a:rect l="l" t="t" r="r" b="b"/>
            <a:pathLst>
              <a:path w="1088388" h="1096450">
                <a:moveTo>
                  <a:pt x="0" y="0"/>
                </a:moveTo>
                <a:lnTo>
                  <a:pt x="1088388" y="0"/>
                </a:lnTo>
                <a:lnTo>
                  <a:pt x="1088388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5" name="TextBox 45"/>
          <p:cNvSpPr txBox="1"/>
          <p:nvPr/>
        </p:nvSpPr>
        <p:spPr>
          <a:xfrm>
            <a:off x="2140837" y="337832"/>
            <a:ext cx="387469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Trainingsdaten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070349" y="337832"/>
            <a:ext cx="287027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Testdaten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53999" y="8336462"/>
            <a:ext cx="931624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Auswertung, Analyse und Bedeutung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671167" y="1330968"/>
            <a:ext cx="1479183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120501" y="1327163"/>
            <a:ext cx="2914952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 nicht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24191" y="1330968"/>
            <a:ext cx="1479183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05251" y="1299909"/>
            <a:ext cx="2914952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 nicht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921762" y="8412662"/>
            <a:ext cx="4509665" cy="96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Garet ExtraBold Bold"/>
                <a:ea typeface="Garet ExtraBold Bold"/>
                <a:cs typeface="Garet ExtraBold Bold"/>
                <a:sym typeface="Garet ExtraBold Bold"/>
              </a:rPr>
              <a:t>Aufgabe der KI: </a:t>
            </a: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Regeln aufstellen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89162" y="0"/>
            <a:ext cx="0" cy="15098689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3" name="AutoShape 3"/>
          <p:cNvSpPr/>
          <p:nvPr/>
        </p:nvSpPr>
        <p:spPr>
          <a:xfrm>
            <a:off x="17414948" y="7917363"/>
            <a:ext cx="3969052" cy="720263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 flipH="1">
            <a:off x="-8993" y="7917363"/>
            <a:ext cx="21392882" cy="100013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5" name="Group 5"/>
          <p:cNvGrpSpPr/>
          <p:nvPr/>
        </p:nvGrpSpPr>
        <p:grpSpPr>
          <a:xfrm>
            <a:off x="152939" y="142175"/>
            <a:ext cx="628661" cy="915677"/>
            <a:chOff x="0" y="0"/>
            <a:chExt cx="112649" cy="1640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939" y="8133892"/>
            <a:ext cx="628661" cy="915677"/>
            <a:chOff x="0" y="0"/>
            <a:chExt cx="112649" cy="164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54432" y="142390"/>
            <a:ext cx="628661" cy="915677"/>
            <a:chOff x="0" y="0"/>
            <a:chExt cx="112649" cy="1640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56935" y="8121514"/>
            <a:ext cx="628661" cy="915677"/>
            <a:chOff x="0" y="0"/>
            <a:chExt cx="112649" cy="1640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2649" cy="164079"/>
            </a:xfrm>
            <a:custGeom>
              <a:avLst/>
              <a:gdLst/>
              <a:ahLst/>
              <a:cxnLst/>
              <a:rect l="l" t="t" r="r" b="b"/>
              <a:pathLst>
                <a:path w="112649" h="164079">
                  <a:moveTo>
                    <a:pt x="0" y="0"/>
                  </a:moveTo>
                  <a:lnTo>
                    <a:pt x="112649" y="0"/>
                  </a:lnTo>
                  <a:lnTo>
                    <a:pt x="112649" y="164079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112649" cy="106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0000"/>
                  </a:solidFill>
                  <a:latin typeface="Garet ExtraBold"/>
                  <a:ea typeface="Garet ExtraBold"/>
                  <a:cs typeface="Garet ExtraBold"/>
                  <a:sym typeface="Garet ExtraBold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32049" y="1058067"/>
            <a:ext cx="11805332" cy="6719974"/>
            <a:chOff x="0" y="0"/>
            <a:chExt cx="2115382" cy="12041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5382" cy="1204144"/>
            </a:xfrm>
            <a:custGeom>
              <a:avLst/>
              <a:gdLst/>
              <a:ahLst/>
              <a:cxnLst/>
              <a:rect l="l" t="t" r="r" b="b"/>
              <a:pathLst>
                <a:path w="2115382" h="1204144">
                  <a:moveTo>
                    <a:pt x="42627" y="0"/>
                  </a:moveTo>
                  <a:lnTo>
                    <a:pt x="2072755" y="0"/>
                  </a:lnTo>
                  <a:cubicBezTo>
                    <a:pt x="2084061" y="0"/>
                    <a:pt x="2094903" y="4491"/>
                    <a:pt x="2102897" y="12485"/>
                  </a:cubicBezTo>
                  <a:cubicBezTo>
                    <a:pt x="2110891" y="20479"/>
                    <a:pt x="2115382" y="31322"/>
                    <a:pt x="2115382" y="42627"/>
                  </a:cubicBezTo>
                  <a:lnTo>
                    <a:pt x="2115382" y="1161517"/>
                  </a:lnTo>
                  <a:cubicBezTo>
                    <a:pt x="2115382" y="1172822"/>
                    <a:pt x="2110891" y="1183664"/>
                    <a:pt x="2102897" y="1191658"/>
                  </a:cubicBezTo>
                  <a:cubicBezTo>
                    <a:pt x="2094903" y="1199653"/>
                    <a:pt x="2084061" y="1204144"/>
                    <a:pt x="2072755" y="1204144"/>
                  </a:cubicBezTo>
                  <a:lnTo>
                    <a:pt x="42627" y="1204144"/>
                  </a:lnTo>
                  <a:cubicBezTo>
                    <a:pt x="31322" y="1204144"/>
                    <a:pt x="20479" y="1199653"/>
                    <a:pt x="12485" y="1191658"/>
                  </a:cubicBezTo>
                  <a:cubicBezTo>
                    <a:pt x="4491" y="1183664"/>
                    <a:pt x="0" y="1172822"/>
                    <a:pt x="0" y="1161517"/>
                  </a:cubicBezTo>
                  <a:lnTo>
                    <a:pt x="0" y="42627"/>
                  </a:lnTo>
                  <a:cubicBezTo>
                    <a:pt x="0" y="31322"/>
                    <a:pt x="4491" y="20479"/>
                    <a:pt x="12485" y="12485"/>
                  </a:cubicBezTo>
                  <a:cubicBezTo>
                    <a:pt x="20479" y="4491"/>
                    <a:pt x="31322" y="0"/>
                    <a:pt x="426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2115382" cy="1146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15334715" y="1058067"/>
            <a:ext cx="0" cy="6719974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21" name="Group 21"/>
          <p:cNvGrpSpPr/>
          <p:nvPr/>
        </p:nvGrpSpPr>
        <p:grpSpPr>
          <a:xfrm>
            <a:off x="265861" y="1057959"/>
            <a:ext cx="8676495" cy="6683191"/>
            <a:chOff x="0" y="0"/>
            <a:chExt cx="1554730" cy="11975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54730" cy="1197552"/>
            </a:xfrm>
            <a:custGeom>
              <a:avLst/>
              <a:gdLst/>
              <a:ahLst/>
              <a:cxnLst/>
              <a:rect l="l" t="t" r="r" b="b"/>
              <a:pathLst>
                <a:path w="1554730" h="1197552">
                  <a:moveTo>
                    <a:pt x="57999" y="0"/>
                  </a:moveTo>
                  <a:lnTo>
                    <a:pt x="1496732" y="0"/>
                  </a:lnTo>
                  <a:cubicBezTo>
                    <a:pt x="1528763" y="0"/>
                    <a:pt x="1554730" y="25967"/>
                    <a:pt x="1554730" y="57999"/>
                  </a:cubicBezTo>
                  <a:lnTo>
                    <a:pt x="1554730" y="1139554"/>
                  </a:lnTo>
                  <a:cubicBezTo>
                    <a:pt x="1554730" y="1171586"/>
                    <a:pt x="1528763" y="1197552"/>
                    <a:pt x="1496732" y="1197552"/>
                  </a:cubicBezTo>
                  <a:lnTo>
                    <a:pt x="57999" y="1197552"/>
                  </a:lnTo>
                  <a:cubicBezTo>
                    <a:pt x="25967" y="1197552"/>
                    <a:pt x="0" y="1171586"/>
                    <a:pt x="0" y="1139554"/>
                  </a:cubicBezTo>
                  <a:lnTo>
                    <a:pt x="0" y="57999"/>
                  </a:lnTo>
                  <a:cubicBezTo>
                    <a:pt x="0" y="25967"/>
                    <a:pt x="25967" y="0"/>
                    <a:pt x="57999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57150"/>
              <a:ext cx="1554730" cy="1140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 flipH="1">
            <a:off x="4604108" y="1057959"/>
            <a:ext cx="0" cy="6683191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25" name="Freeform 25"/>
          <p:cNvSpPr/>
          <p:nvPr/>
        </p:nvSpPr>
        <p:spPr>
          <a:xfrm>
            <a:off x="4913671" y="2732094"/>
            <a:ext cx="3670326" cy="3728989"/>
          </a:xfrm>
          <a:custGeom>
            <a:avLst/>
            <a:gdLst/>
            <a:ahLst/>
            <a:cxnLst/>
            <a:rect l="l" t="t" r="r" b="b"/>
            <a:pathLst>
              <a:path w="3670326" h="3728989">
                <a:moveTo>
                  <a:pt x="0" y="0"/>
                </a:moveTo>
                <a:lnTo>
                  <a:pt x="3670326" y="0"/>
                </a:lnTo>
                <a:lnTo>
                  <a:pt x="3670326" y="3728989"/>
                </a:lnTo>
                <a:lnTo>
                  <a:pt x="0" y="3728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695" t="-10561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26"/>
          <p:cNvSpPr/>
          <p:nvPr/>
        </p:nvSpPr>
        <p:spPr>
          <a:xfrm>
            <a:off x="651997" y="2732094"/>
            <a:ext cx="3640248" cy="3693476"/>
          </a:xfrm>
          <a:custGeom>
            <a:avLst/>
            <a:gdLst/>
            <a:ahLst/>
            <a:cxnLst/>
            <a:rect l="l" t="t" r="r" b="b"/>
            <a:pathLst>
              <a:path w="3640248" h="3693476">
                <a:moveTo>
                  <a:pt x="0" y="0"/>
                </a:moveTo>
                <a:lnTo>
                  <a:pt x="3640248" y="0"/>
                </a:lnTo>
                <a:lnTo>
                  <a:pt x="3640248" y="3693476"/>
                </a:lnTo>
                <a:lnTo>
                  <a:pt x="0" y="3693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47" r="-108440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27"/>
          <p:cNvSpPr/>
          <p:nvPr/>
        </p:nvSpPr>
        <p:spPr>
          <a:xfrm>
            <a:off x="10080717" y="117375"/>
            <a:ext cx="799132" cy="865096"/>
          </a:xfrm>
          <a:custGeom>
            <a:avLst/>
            <a:gdLst/>
            <a:ahLst/>
            <a:cxnLst/>
            <a:rect l="l" t="t" r="r" b="b"/>
            <a:pathLst>
              <a:path w="799132" h="865096">
                <a:moveTo>
                  <a:pt x="0" y="0"/>
                </a:moveTo>
                <a:lnTo>
                  <a:pt x="799132" y="0"/>
                </a:lnTo>
                <a:lnTo>
                  <a:pt x="799132" y="865095"/>
                </a:lnTo>
                <a:lnTo>
                  <a:pt x="0" y="865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8" name="Freeform 28"/>
          <p:cNvSpPr/>
          <p:nvPr/>
        </p:nvSpPr>
        <p:spPr>
          <a:xfrm>
            <a:off x="865194" y="8111512"/>
            <a:ext cx="901850" cy="891705"/>
          </a:xfrm>
          <a:custGeom>
            <a:avLst/>
            <a:gdLst/>
            <a:ahLst/>
            <a:cxnLst/>
            <a:rect l="l" t="t" r="r" b="b"/>
            <a:pathLst>
              <a:path w="901850" h="891705">
                <a:moveTo>
                  <a:pt x="0" y="0"/>
                </a:moveTo>
                <a:lnTo>
                  <a:pt x="901850" y="0"/>
                </a:lnTo>
                <a:lnTo>
                  <a:pt x="901850" y="891705"/>
                </a:lnTo>
                <a:lnTo>
                  <a:pt x="0" y="8917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29"/>
          <p:cNvSpPr/>
          <p:nvPr/>
        </p:nvSpPr>
        <p:spPr>
          <a:xfrm>
            <a:off x="1004836" y="173983"/>
            <a:ext cx="916926" cy="751880"/>
          </a:xfrm>
          <a:custGeom>
            <a:avLst/>
            <a:gdLst/>
            <a:ahLst/>
            <a:cxnLst/>
            <a:rect l="l" t="t" r="r" b="b"/>
            <a:pathLst>
              <a:path w="916926" h="751880">
                <a:moveTo>
                  <a:pt x="0" y="0"/>
                </a:moveTo>
                <a:lnTo>
                  <a:pt x="916926" y="0"/>
                </a:lnTo>
                <a:lnTo>
                  <a:pt x="916926" y="751879"/>
                </a:lnTo>
                <a:lnTo>
                  <a:pt x="0" y="7518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30"/>
          <p:cNvSpPr/>
          <p:nvPr/>
        </p:nvSpPr>
        <p:spPr>
          <a:xfrm>
            <a:off x="20520595" y="14118714"/>
            <a:ext cx="728975" cy="821380"/>
          </a:xfrm>
          <a:custGeom>
            <a:avLst/>
            <a:gdLst/>
            <a:ahLst/>
            <a:cxnLst/>
            <a:rect l="l" t="t" r="r" b="b"/>
            <a:pathLst>
              <a:path w="728975" h="821380">
                <a:moveTo>
                  <a:pt x="0" y="0"/>
                </a:moveTo>
                <a:lnTo>
                  <a:pt x="728975" y="0"/>
                </a:lnTo>
                <a:lnTo>
                  <a:pt x="728975" y="821380"/>
                </a:lnTo>
                <a:lnTo>
                  <a:pt x="0" y="8213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31"/>
          <p:cNvSpPr/>
          <p:nvPr/>
        </p:nvSpPr>
        <p:spPr>
          <a:xfrm>
            <a:off x="10237997" y="8155487"/>
            <a:ext cx="868353" cy="847729"/>
          </a:xfrm>
          <a:custGeom>
            <a:avLst/>
            <a:gdLst/>
            <a:ahLst/>
            <a:cxnLst/>
            <a:rect l="l" t="t" r="r" b="b"/>
            <a:pathLst>
              <a:path w="868353" h="847729">
                <a:moveTo>
                  <a:pt x="0" y="0"/>
                </a:moveTo>
                <a:lnTo>
                  <a:pt x="868352" y="0"/>
                </a:lnTo>
                <a:lnTo>
                  <a:pt x="868352" y="847730"/>
                </a:lnTo>
                <a:lnTo>
                  <a:pt x="0" y="8477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2"/>
          <p:cNvSpPr/>
          <p:nvPr/>
        </p:nvSpPr>
        <p:spPr>
          <a:xfrm>
            <a:off x="15568184" y="3911684"/>
            <a:ext cx="1104633" cy="1096450"/>
          </a:xfrm>
          <a:custGeom>
            <a:avLst/>
            <a:gdLst/>
            <a:ahLst/>
            <a:cxnLst/>
            <a:rect l="l" t="t" r="r" b="b"/>
            <a:pathLst>
              <a:path w="1104633" h="1096450">
                <a:moveTo>
                  <a:pt x="0" y="0"/>
                </a:moveTo>
                <a:lnTo>
                  <a:pt x="1104633" y="0"/>
                </a:lnTo>
                <a:lnTo>
                  <a:pt x="1104633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33"/>
          <p:cNvSpPr/>
          <p:nvPr/>
        </p:nvSpPr>
        <p:spPr>
          <a:xfrm>
            <a:off x="17534010" y="3602274"/>
            <a:ext cx="1123481" cy="1115159"/>
          </a:xfrm>
          <a:custGeom>
            <a:avLst/>
            <a:gdLst/>
            <a:ahLst/>
            <a:cxnLst/>
            <a:rect l="l" t="t" r="r" b="b"/>
            <a:pathLst>
              <a:path w="1123481" h="1115159">
                <a:moveTo>
                  <a:pt x="0" y="0"/>
                </a:moveTo>
                <a:lnTo>
                  <a:pt x="1123482" y="0"/>
                </a:lnTo>
                <a:lnTo>
                  <a:pt x="1123482" y="1115159"/>
                </a:lnTo>
                <a:lnTo>
                  <a:pt x="0" y="11151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34"/>
          <p:cNvSpPr/>
          <p:nvPr/>
        </p:nvSpPr>
        <p:spPr>
          <a:xfrm>
            <a:off x="15675941" y="6099762"/>
            <a:ext cx="1144898" cy="1161986"/>
          </a:xfrm>
          <a:custGeom>
            <a:avLst/>
            <a:gdLst/>
            <a:ahLst/>
            <a:cxnLst/>
            <a:rect l="l" t="t" r="r" b="b"/>
            <a:pathLst>
              <a:path w="1144898" h="1161986">
                <a:moveTo>
                  <a:pt x="0" y="0"/>
                </a:moveTo>
                <a:lnTo>
                  <a:pt x="1144898" y="0"/>
                </a:lnTo>
                <a:lnTo>
                  <a:pt x="1144898" y="1161986"/>
                </a:lnTo>
                <a:lnTo>
                  <a:pt x="0" y="116198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35"/>
          <p:cNvSpPr/>
          <p:nvPr/>
        </p:nvSpPr>
        <p:spPr>
          <a:xfrm>
            <a:off x="19690828" y="1869016"/>
            <a:ext cx="1194254" cy="1114427"/>
          </a:xfrm>
          <a:custGeom>
            <a:avLst/>
            <a:gdLst/>
            <a:ahLst/>
            <a:cxnLst/>
            <a:rect l="l" t="t" r="r" b="b"/>
            <a:pathLst>
              <a:path w="1194254" h="1114427">
                <a:moveTo>
                  <a:pt x="0" y="0"/>
                </a:moveTo>
                <a:lnTo>
                  <a:pt x="1194255" y="0"/>
                </a:lnTo>
                <a:lnTo>
                  <a:pt x="1194255" y="1114427"/>
                </a:lnTo>
                <a:lnTo>
                  <a:pt x="0" y="11144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2787" b="-2787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36"/>
          <p:cNvSpPr/>
          <p:nvPr/>
        </p:nvSpPr>
        <p:spPr>
          <a:xfrm>
            <a:off x="19399474" y="3802593"/>
            <a:ext cx="1115361" cy="1090576"/>
          </a:xfrm>
          <a:custGeom>
            <a:avLst/>
            <a:gdLst/>
            <a:ahLst/>
            <a:cxnLst/>
            <a:rect l="l" t="t" r="r" b="b"/>
            <a:pathLst>
              <a:path w="1115361" h="1090576">
                <a:moveTo>
                  <a:pt x="0" y="0"/>
                </a:moveTo>
                <a:lnTo>
                  <a:pt x="1115361" y="0"/>
                </a:lnTo>
                <a:lnTo>
                  <a:pt x="1115361" y="1090576"/>
                </a:lnTo>
                <a:lnTo>
                  <a:pt x="0" y="109057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7" name="Freeform 37"/>
          <p:cNvSpPr/>
          <p:nvPr/>
        </p:nvSpPr>
        <p:spPr>
          <a:xfrm>
            <a:off x="15732451" y="1948565"/>
            <a:ext cx="1088388" cy="1096450"/>
          </a:xfrm>
          <a:custGeom>
            <a:avLst/>
            <a:gdLst/>
            <a:ahLst/>
            <a:cxnLst/>
            <a:rect l="l" t="t" r="r" b="b"/>
            <a:pathLst>
              <a:path w="1088388" h="1096450">
                <a:moveTo>
                  <a:pt x="0" y="0"/>
                </a:moveTo>
                <a:lnTo>
                  <a:pt x="1088388" y="0"/>
                </a:lnTo>
                <a:lnTo>
                  <a:pt x="1088388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38"/>
          <p:cNvSpPr/>
          <p:nvPr/>
        </p:nvSpPr>
        <p:spPr>
          <a:xfrm>
            <a:off x="17754289" y="2164950"/>
            <a:ext cx="1101091" cy="1084899"/>
          </a:xfrm>
          <a:custGeom>
            <a:avLst/>
            <a:gdLst/>
            <a:ahLst/>
            <a:cxnLst/>
            <a:rect l="l" t="t" r="r" b="b"/>
            <a:pathLst>
              <a:path w="1101091" h="1084899">
                <a:moveTo>
                  <a:pt x="0" y="0"/>
                </a:moveTo>
                <a:lnTo>
                  <a:pt x="1101091" y="0"/>
                </a:lnTo>
                <a:lnTo>
                  <a:pt x="1101091" y="1084899"/>
                </a:lnTo>
                <a:lnTo>
                  <a:pt x="0" y="108489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39"/>
          <p:cNvSpPr/>
          <p:nvPr/>
        </p:nvSpPr>
        <p:spPr>
          <a:xfrm>
            <a:off x="19322880" y="6004512"/>
            <a:ext cx="1098239" cy="1090104"/>
          </a:xfrm>
          <a:custGeom>
            <a:avLst/>
            <a:gdLst/>
            <a:ahLst/>
            <a:cxnLst/>
            <a:rect l="l" t="t" r="r" b="b"/>
            <a:pathLst>
              <a:path w="1098239" h="1090104">
                <a:moveTo>
                  <a:pt x="0" y="0"/>
                </a:moveTo>
                <a:lnTo>
                  <a:pt x="1098240" y="0"/>
                </a:lnTo>
                <a:lnTo>
                  <a:pt x="1098240" y="1090104"/>
                </a:lnTo>
                <a:lnTo>
                  <a:pt x="0" y="109010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40"/>
          <p:cNvSpPr/>
          <p:nvPr/>
        </p:nvSpPr>
        <p:spPr>
          <a:xfrm>
            <a:off x="17618478" y="5426979"/>
            <a:ext cx="1088388" cy="1096572"/>
          </a:xfrm>
          <a:custGeom>
            <a:avLst/>
            <a:gdLst/>
            <a:ahLst/>
            <a:cxnLst/>
            <a:rect l="l" t="t" r="r" b="b"/>
            <a:pathLst>
              <a:path w="1088388" h="1096572">
                <a:moveTo>
                  <a:pt x="0" y="0"/>
                </a:moveTo>
                <a:lnTo>
                  <a:pt x="1088388" y="0"/>
                </a:lnTo>
                <a:lnTo>
                  <a:pt x="1088388" y="1096572"/>
                </a:lnTo>
                <a:lnTo>
                  <a:pt x="0" y="109657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41"/>
          <p:cNvSpPr/>
          <p:nvPr/>
        </p:nvSpPr>
        <p:spPr>
          <a:xfrm>
            <a:off x="13446583" y="3249849"/>
            <a:ext cx="1121370" cy="1096450"/>
          </a:xfrm>
          <a:custGeom>
            <a:avLst/>
            <a:gdLst/>
            <a:ahLst/>
            <a:cxnLst/>
            <a:rect l="l" t="t" r="r" b="b"/>
            <a:pathLst>
              <a:path w="1121370" h="1096450">
                <a:moveTo>
                  <a:pt x="0" y="0"/>
                </a:moveTo>
                <a:lnTo>
                  <a:pt x="1121370" y="0"/>
                </a:lnTo>
                <a:lnTo>
                  <a:pt x="1121370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2" name="Freeform 42"/>
          <p:cNvSpPr/>
          <p:nvPr/>
        </p:nvSpPr>
        <p:spPr>
          <a:xfrm>
            <a:off x="11849979" y="5247906"/>
            <a:ext cx="1121560" cy="1096450"/>
          </a:xfrm>
          <a:custGeom>
            <a:avLst/>
            <a:gdLst/>
            <a:ahLst/>
            <a:cxnLst/>
            <a:rect l="l" t="t" r="r" b="b"/>
            <a:pathLst>
              <a:path w="1121560" h="1096450">
                <a:moveTo>
                  <a:pt x="0" y="0"/>
                </a:moveTo>
                <a:lnTo>
                  <a:pt x="1121560" y="0"/>
                </a:lnTo>
                <a:lnTo>
                  <a:pt x="1121560" y="1096451"/>
                </a:lnTo>
                <a:lnTo>
                  <a:pt x="0" y="109645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3" name="Freeform 43"/>
          <p:cNvSpPr/>
          <p:nvPr/>
        </p:nvSpPr>
        <p:spPr>
          <a:xfrm>
            <a:off x="11623548" y="2164950"/>
            <a:ext cx="1080085" cy="1096450"/>
          </a:xfrm>
          <a:custGeom>
            <a:avLst/>
            <a:gdLst/>
            <a:ahLst/>
            <a:cxnLst/>
            <a:rect l="l" t="t" r="r" b="b"/>
            <a:pathLst>
              <a:path w="1080085" h="1096450">
                <a:moveTo>
                  <a:pt x="0" y="0"/>
                </a:moveTo>
                <a:lnTo>
                  <a:pt x="1080085" y="0"/>
                </a:lnTo>
                <a:lnTo>
                  <a:pt x="1080085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4" name="Freeform 44"/>
          <p:cNvSpPr/>
          <p:nvPr/>
        </p:nvSpPr>
        <p:spPr>
          <a:xfrm>
            <a:off x="10879849" y="3869829"/>
            <a:ext cx="1088388" cy="1096450"/>
          </a:xfrm>
          <a:custGeom>
            <a:avLst/>
            <a:gdLst/>
            <a:ahLst/>
            <a:cxnLst/>
            <a:rect l="l" t="t" r="r" b="b"/>
            <a:pathLst>
              <a:path w="1088388" h="1096450">
                <a:moveTo>
                  <a:pt x="0" y="0"/>
                </a:moveTo>
                <a:lnTo>
                  <a:pt x="1088388" y="0"/>
                </a:lnTo>
                <a:lnTo>
                  <a:pt x="1088388" y="1096450"/>
                </a:lnTo>
                <a:lnTo>
                  <a:pt x="0" y="10964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5" name="Freeform 45"/>
          <p:cNvSpPr/>
          <p:nvPr/>
        </p:nvSpPr>
        <p:spPr>
          <a:xfrm>
            <a:off x="1921762" y="9419776"/>
            <a:ext cx="4740965" cy="5336505"/>
          </a:xfrm>
          <a:custGeom>
            <a:avLst/>
            <a:gdLst/>
            <a:ahLst/>
            <a:cxnLst/>
            <a:rect l="l" t="t" r="r" b="b"/>
            <a:pathLst>
              <a:path w="4740965" h="5336505">
                <a:moveTo>
                  <a:pt x="0" y="0"/>
                </a:moveTo>
                <a:lnTo>
                  <a:pt x="4740965" y="0"/>
                </a:lnTo>
                <a:lnTo>
                  <a:pt x="4740965" y="5336504"/>
                </a:lnTo>
                <a:lnTo>
                  <a:pt x="0" y="533650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6" name="TextBox 46"/>
          <p:cNvSpPr txBox="1"/>
          <p:nvPr/>
        </p:nvSpPr>
        <p:spPr>
          <a:xfrm>
            <a:off x="2140837" y="337832"/>
            <a:ext cx="387469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Trainingsdaten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70349" y="337832"/>
            <a:ext cx="287027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Testdaten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53999" y="8336462"/>
            <a:ext cx="9316240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Auswertung, Analyse und Bedeutung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671167" y="1330968"/>
            <a:ext cx="1479183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120501" y="1327163"/>
            <a:ext cx="2914952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 nicht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24191" y="1330968"/>
            <a:ext cx="1479183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05251" y="1299909"/>
            <a:ext cx="2914952" cy="48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Beißt nicht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921762" y="8412662"/>
            <a:ext cx="4509665" cy="96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Garet ExtraBold Bold"/>
                <a:ea typeface="Garet ExtraBold Bold"/>
                <a:cs typeface="Garet ExtraBold Bold"/>
                <a:sym typeface="Garet ExtraBold Bold"/>
              </a:rPr>
              <a:t>Aufgabe der KI: </a:t>
            </a:r>
            <a:r>
              <a:rPr lang="en-US" sz="36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Regeln aufstellen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Macintosh PowerPoint</Application>
  <PresentationFormat>Benutzerdefiniert</PresentationFormat>
  <Paragraphs>36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Garet ExtraBold Bold</vt:lpstr>
      <vt:lpstr>Calibri</vt:lpstr>
      <vt:lpstr>Garet ExtraBold</vt:lpstr>
      <vt:lpstr>Office Theme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</dc:title>
  <cp:lastModifiedBy>Christ Vera</cp:lastModifiedBy>
  <cp:revision>2</cp:revision>
  <dcterms:created xsi:type="dcterms:W3CDTF">2006-08-16T00:00:00Z</dcterms:created>
  <dcterms:modified xsi:type="dcterms:W3CDTF">2026-09-11T07:48:21Z</dcterms:modified>
  <dc:identifier>DAGIGqMD6GI</dc:identifier>
</cp:coreProperties>
</file>