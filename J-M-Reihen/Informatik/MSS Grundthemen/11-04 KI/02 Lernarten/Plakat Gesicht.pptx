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21374100" cy="15113000"/>
  <p:notesSz cx="6858000" cy="9144000"/>
  <p:embeddedFontLst>
    <p:embeddedFont>
      <p:font typeface="Garet ExtraBold" pitchFamily="2" charset="77"/>
      <p:regular r:id="rId3"/>
      <p:bold r:id="rId4"/>
    </p:embeddedFont>
    <p:embeddedFont>
      <p:font typeface="Garet ExtraBold Bold" pitchFamily="2" charset="77"/>
      <p:regular r:id="rId5"/>
      <p:bold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575" autoAdjust="0"/>
  </p:normalViewPr>
  <p:slideViewPr>
    <p:cSldViewPr>
      <p:cViewPr varScale="1">
        <p:scale>
          <a:sx n="47" d="100"/>
          <a:sy n="47" d="100"/>
        </p:scale>
        <p:origin x="1664" y="2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font" Target="fonts/font1.fntdata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5" Type="http://schemas.openxmlformats.org/officeDocument/2006/relationships/font" Target="fonts/font3.fntdata"/><Relationship Id="rId10" Type="http://schemas.openxmlformats.org/officeDocument/2006/relationships/tableStyles" Target="tableStyles.xml"/><Relationship Id="rId4" Type="http://schemas.openxmlformats.org/officeDocument/2006/relationships/font" Target="fonts/font2.fntdata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189162" y="0"/>
            <a:ext cx="0" cy="15098689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3" name="AutoShape 3"/>
          <p:cNvSpPr/>
          <p:nvPr/>
        </p:nvSpPr>
        <p:spPr>
          <a:xfrm>
            <a:off x="17414948" y="7917363"/>
            <a:ext cx="3969052" cy="7202637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de-DE"/>
          </a:p>
        </p:txBody>
      </p:sp>
      <p:sp>
        <p:nvSpPr>
          <p:cNvPr id="4" name="AutoShape 4"/>
          <p:cNvSpPr/>
          <p:nvPr/>
        </p:nvSpPr>
        <p:spPr>
          <a:xfrm flipH="1">
            <a:off x="-8993" y="7917363"/>
            <a:ext cx="21392882" cy="100013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grpSp>
        <p:nvGrpSpPr>
          <p:cNvPr id="5" name="Group 5"/>
          <p:cNvGrpSpPr/>
          <p:nvPr/>
        </p:nvGrpSpPr>
        <p:grpSpPr>
          <a:xfrm>
            <a:off x="152939" y="142175"/>
            <a:ext cx="628661" cy="915677"/>
            <a:chOff x="0" y="0"/>
            <a:chExt cx="112649" cy="16407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2649" cy="164079"/>
            </a:xfrm>
            <a:custGeom>
              <a:avLst/>
              <a:gdLst/>
              <a:ahLst/>
              <a:cxnLst/>
              <a:rect l="l" t="t" r="r" b="b"/>
              <a:pathLst>
                <a:path w="112649" h="164079">
                  <a:moveTo>
                    <a:pt x="0" y="0"/>
                  </a:moveTo>
                  <a:lnTo>
                    <a:pt x="112649" y="0"/>
                  </a:lnTo>
                  <a:lnTo>
                    <a:pt x="112649" y="164079"/>
                  </a:lnTo>
                  <a:lnTo>
                    <a:pt x="0" y="164079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57150"/>
              <a:ext cx="112649" cy="1069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3600">
                  <a:solidFill>
                    <a:srgbClr val="000000"/>
                  </a:solidFill>
                  <a:latin typeface="Garet ExtraBold"/>
                  <a:ea typeface="Garet ExtraBold"/>
                  <a:cs typeface="Garet ExtraBold"/>
                  <a:sym typeface="Garet ExtraBold"/>
                </a:rPr>
                <a:t>1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2939" y="8133892"/>
            <a:ext cx="628661" cy="915677"/>
            <a:chOff x="0" y="0"/>
            <a:chExt cx="112649" cy="16407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2649" cy="164079"/>
            </a:xfrm>
            <a:custGeom>
              <a:avLst/>
              <a:gdLst/>
              <a:ahLst/>
              <a:cxnLst/>
              <a:rect l="l" t="t" r="r" b="b"/>
              <a:pathLst>
                <a:path w="112649" h="164079">
                  <a:moveTo>
                    <a:pt x="0" y="0"/>
                  </a:moveTo>
                  <a:lnTo>
                    <a:pt x="112649" y="0"/>
                  </a:lnTo>
                  <a:lnTo>
                    <a:pt x="112649" y="164079"/>
                  </a:lnTo>
                  <a:lnTo>
                    <a:pt x="0" y="164079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57150"/>
              <a:ext cx="112649" cy="1069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3600">
                  <a:solidFill>
                    <a:srgbClr val="000000"/>
                  </a:solidFill>
                  <a:latin typeface="Garet ExtraBold"/>
                  <a:ea typeface="Garet ExtraBold"/>
                  <a:cs typeface="Garet ExtraBold"/>
                  <a:sym typeface="Garet ExtraBold"/>
                </a:rPr>
                <a:t>2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354432" y="142390"/>
            <a:ext cx="628661" cy="915677"/>
            <a:chOff x="0" y="0"/>
            <a:chExt cx="112649" cy="16407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2649" cy="164079"/>
            </a:xfrm>
            <a:custGeom>
              <a:avLst/>
              <a:gdLst/>
              <a:ahLst/>
              <a:cxnLst/>
              <a:rect l="l" t="t" r="r" b="b"/>
              <a:pathLst>
                <a:path w="112649" h="164079">
                  <a:moveTo>
                    <a:pt x="0" y="0"/>
                  </a:moveTo>
                  <a:lnTo>
                    <a:pt x="112649" y="0"/>
                  </a:lnTo>
                  <a:lnTo>
                    <a:pt x="112649" y="164079"/>
                  </a:lnTo>
                  <a:lnTo>
                    <a:pt x="0" y="164079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57150"/>
              <a:ext cx="112649" cy="1069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3600">
                  <a:solidFill>
                    <a:srgbClr val="000000"/>
                  </a:solidFill>
                  <a:latin typeface="Garet ExtraBold"/>
                  <a:ea typeface="Garet ExtraBold"/>
                  <a:cs typeface="Garet ExtraBold"/>
                  <a:sym typeface="Garet ExtraBold"/>
                </a:rPr>
                <a:t>3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456935" y="8121514"/>
            <a:ext cx="628661" cy="915677"/>
            <a:chOff x="0" y="0"/>
            <a:chExt cx="112649" cy="16407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2649" cy="164079"/>
            </a:xfrm>
            <a:custGeom>
              <a:avLst/>
              <a:gdLst/>
              <a:ahLst/>
              <a:cxnLst/>
              <a:rect l="l" t="t" r="r" b="b"/>
              <a:pathLst>
                <a:path w="112649" h="164079">
                  <a:moveTo>
                    <a:pt x="0" y="0"/>
                  </a:moveTo>
                  <a:lnTo>
                    <a:pt x="112649" y="0"/>
                  </a:lnTo>
                  <a:lnTo>
                    <a:pt x="112649" y="164079"/>
                  </a:lnTo>
                  <a:lnTo>
                    <a:pt x="0" y="164079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57150"/>
              <a:ext cx="112649" cy="1069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3600">
                  <a:solidFill>
                    <a:srgbClr val="000000"/>
                  </a:solidFill>
                  <a:latin typeface="Garet ExtraBold"/>
                  <a:ea typeface="Garet ExtraBold"/>
                  <a:cs typeface="Garet ExtraBold"/>
                  <a:sym typeface="Garet ExtraBold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432049" y="1058067"/>
            <a:ext cx="11805332" cy="6719974"/>
            <a:chOff x="0" y="0"/>
            <a:chExt cx="2115382" cy="120414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115382" cy="1204144"/>
            </a:xfrm>
            <a:custGeom>
              <a:avLst/>
              <a:gdLst/>
              <a:ahLst/>
              <a:cxnLst/>
              <a:rect l="l" t="t" r="r" b="b"/>
              <a:pathLst>
                <a:path w="2115382" h="1204144">
                  <a:moveTo>
                    <a:pt x="42627" y="0"/>
                  </a:moveTo>
                  <a:lnTo>
                    <a:pt x="2072755" y="0"/>
                  </a:lnTo>
                  <a:cubicBezTo>
                    <a:pt x="2084061" y="0"/>
                    <a:pt x="2094903" y="4491"/>
                    <a:pt x="2102897" y="12485"/>
                  </a:cubicBezTo>
                  <a:cubicBezTo>
                    <a:pt x="2110891" y="20479"/>
                    <a:pt x="2115382" y="31322"/>
                    <a:pt x="2115382" y="42627"/>
                  </a:cubicBezTo>
                  <a:lnTo>
                    <a:pt x="2115382" y="1161517"/>
                  </a:lnTo>
                  <a:cubicBezTo>
                    <a:pt x="2115382" y="1172822"/>
                    <a:pt x="2110891" y="1183664"/>
                    <a:pt x="2102897" y="1191658"/>
                  </a:cubicBezTo>
                  <a:cubicBezTo>
                    <a:pt x="2094903" y="1199653"/>
                    <a:pt x="2084061" y="1204144"/>
                    <a:pt x="2072755" y="1204144"/>
                  </a:cubicBezTo>
                  <a:lnTo>
                    <a:pt x="42627" y="1204144"/>
                  </a:lnTo>
                  <a:cubicBezTo>
                    <a:pt x="31322" y="1204144"/>
                    <a:pt x="20479" y="1199653"/>
                    <a:pt x="12485" y="1191658"/>
                  </a:cubicBezTo>
                  <a:cubicBezTo>
                    <a:pt x="4491" y="1183664"/>
                    <a:pt x="0" y="1172822"/>
                    <a:pt x="0" y="1161517"/>
                  </a:cubicBezTo>
                  <a:lnTo>
                    <a:pt x="0" y="42627"/>
                  </a:lnTo>
                  <a:cubicBezTo>
                    <a:pt x="0" y="31322"/>
                    <a:pt x="4491" y="20479"/>
                    <a:pt x="12485" y="12485"/>
                  </a:cubicBezTo>
                  <a:cubicBezTo>
                    <a:pt x="20479" y="4491"/>
                    <a:pt x="31322" y="0"/>
                    <a:pt x="426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57150"/>
              <a:ext cx="2115382" cy="11469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78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AutoShape 20"/>
          <p:cNvSpPr/>
          <p:nvPr/>
        </p:nvSpPr>
        <p:spPr>
          <a:xfrm>
            <a:off x="15334715" y="1058067"/>
            <a:ext cx="0" cy="6719974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grpSp>
        <p:nvGrpSpPr>
          <p:cNvPr id="21" name="Group 21"/>
          <p:cNvGrpSpPr/>
          <p:nvPr/>
        </p:nvGrpSpPr>
        <p:grpSpPr>
          <a:xfrm>
            <a:off x="265861" y="1057959"/>
            <a:ext cx="8676495" cy="6683191"/>
            <a:chOff x="0" y="0"/>
            <a:chExt cx="1554730" cy="119755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554730" cy="1197552"/>
            </a:xfrm>
            <a:custGeom>
              <a:avLst/>
              <a:gdLst/>
              <a:ahLst/>
              <a:cxnLst/>
              <a:rect l="l" t="t" r="r" b="b"/>
              <a:pathLst>
                <a:path w="1554730" h="1197552">
                  <a:moveTo>
                    <a:pt x="57999" y="0"/>
                  </a:moveTo>
                  <a:lnTo>
                    <a:pt x="1496732" y="0"/>
                  </a:lnTo>
                  <a:cubicBezTo>
                    <a:pt x="1528763" y="0"/>
                    <a:pt x="1554730" y="25967"/>
                    <a:pt x="1554730" y="57999"/>
                  </a:cubicBezTo>
                  <a:lnTo>
                    <a:pt x="1554730" y="1139554"/>
                  </a:lnTo>
                  <a:cubicBezTo>
                    <a:pt x="1554730" y="1171586"/>
                    <a:pt x="1528763" y="1197552"/>
                    <a:pt x="1496732" y="1197552"/>
                  </a:cubicBezTo>
                  <a:lnTo>
                    <a:pt x="57999" y="1197552"/>
                  </a:lnTo>
                  <a:cubicBezTo>
                    <a:pt x="25967" y="1197552"/>
                    <a:pt x="0" y="1171586"/>
                    <a:pt x="0" y="1139554"/>
                  </a:cubicBezTo>
                  <a:lnTo>
                    <a:pt x="0" y="57999"/>
                  </a:lnTo>
                  <a:cubicBezTo>
                    <a:pt x="0" y="25967"/>
                    <a:pt x="25967" y="0"/>
                    <a:pt x="57999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57150"/>
              <a:ext cx="1554730" cy="11404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78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AutoShape 24"/>
          <p:cNvSpPr/>
          <p:nvPr/>
        </p:nvSpPr>
        <p:spPr>
          <a:xfrm flipH="1">
            <a:off x="4604108" y="1057959"/>
            <a:ext cx="0" cy="6683191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25" name="Freeform 25"/>
          <p:cNvSpPr/>
          <p:nvPr/>
        </p:nvSpPr>
        <p:spPr>
          <a:xfrm>
            <a:off x="4913671" y="2732094"/>
            <a:ext cx="3670326" cy="3728989"/>
          </a:xfrm>
          <a:custGeom>
            <a:avLst/>
            <a:gdLst/>
            <a:ahLst/>
            <a:cxnLst/>
            <a:rect l="l" t="t" r="r" b="b"/>
            <a:pathLst>
              <a:path w="3670326" h="3728989">
                <a:moveTo>
                  <a:pt x="0" y="0"/>
                </a:moveTo>
                <a:lnTo>
                  <a:pt x="3670326" y="0"/>
                </a:lnTo>
                <a:lnTo>
                  <a:pt x="3670326" y="3728989"/>
                </a:lnTo>
                <a:lnTo>
                  <a:pt x="0" y="37289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9695" t="-10561"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6" name="Freeform 26"/>
          <p:cNvSpPr/>
          <p:nvPr/>
        </p:nvSpPr>
        <p:spPr>
          <a:xfrm>
            <a:off x="651997" y="2732094"/>
            <a:ext cx="3640248" cy="3693476"/>
          </a:xfrm>
          <a:custGeom>
            <a:avLst/>
            <a:gdLst/>
            <a:ahLst/>
            <a:cxnLst/>
            <a:rect l="l" t="t" r="r" b="b"/>
            <a:pathLst>
              <a:path w="3640248" h="3693476">
                <a:moveTo>
                  <a:pt x="0" y="0"/>
                </a:moveTo>
                <a:lnTo>
                  <a:pt x="3640248" y="0"/>
                </a:lnTo>
                <a:lnTo>
                  <a:pt x="3640248" y="3693476"/>
                </a:lnTo>
                <a:lnTo>
                  <a:pt x="0" y="36934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047" r="-108440"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7" name="Freeform 27"/>
          <p:cNvSpPr/>
          <p:nvPr/>
        </p:nvSpPr>
        <p:spPr>
          <a:xfrm>
            <a:off x="10080717" y="117375"/>
            <a:ext cx="799132" cy="865096"/>
          </a:xfrm>
          <a:custGeom>
            <a:avLst/>
            <a:gdLst/>
            <a:ahLst/>
            <a:cxnLst/>
            <a:rect l="l" t="t" r="r" b="b"/>
            <a:pathLst>
              <a:path w="799132" h="865096">
                <a:moveTo>
                  <a:pt x="0" y="0"/>
                </a:moveTo>
                <a:lnTo>
                  <a:pt x="799132" y="0"/>
                </a:lnTo>
                <a:lnTo>
                  <a:pt x="799132" y="865095"/>
                </a:lnTo>
                <a:lnTo>
                  <a:pt x="0" y="8650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8" name="Freeform 28"/>
          <p:cNvSpPr/>
          <p:nvPr/>
        </p:nvSpPr>
        <p:spPr>
          <a:xfrm>
            <a:off x="865194" y="8111512"/>
            <a:ext cx="901850" cy="891705"/>
          </a:xfrm>
          <a:custGeom>
            <a:avLst/>
            <a:gdLst/>
            <a:ahLst/>
            <a:cxnLst/>
            <a:rect l="l" t="t" r="r" b="b"/>
            <a:pathLst>
              <a:path w="901850" h="891705">
                <a:moveTo>
                  <a:pt x="0" y="0"/>
                </a:moveTo>
                <a:lnTo>
                  <a:pt x="901850" y="0"/>
                </a:lnTo>
                <a:lnTo>
                  <a:pt x="901850" y="891705"/>
                </a:lnTo>
                <a:lnTo>
                  <a:pt x="0" y="8917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9" name="Freeform 29"/>
          <p:cNvSpPr/>
          <p:nvPr/>
        </p:nvSpPr>
        <p:spPr>
          <a:xfrm>
            <a:off x="1004836" y="173983"/>
            <a:ext cx="916926" cy="751880"/>
          </a:xfrm>
          <a:custGeom>
            <a:avLst/>
            <a:gdLst/>
            <a:ahLst/>
            <a:cxnLst/>
            <a:rect l="l" t="t" r="r" b="b"/>
            <a:pathLst>
              <a:path w="916926" h="751880">
                <a:moveTo>
                  <a:pt x="0" y="0"/>
                </a:moveTo>
                <a:lnTo>
                  <a:pt x="916926" y="0"/>
                </a:lnTo>
                <a:lnTo>
                  <a:pt x="916926" y="751879"/>
                </a:lnTo>
                <a:lnTo>
                  <a:pt x="0" y="75187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0" name="Freeform 30"/>
          <p:cNvSpPr/>
          <p:nvPr/>
        </p:nvSpPr>
        <p:spPr>
          <a:xfrm>
            <a:off x="20508406" y="14277310"/>
            <a:ext cx="728975" cy="821380"/>
          </a:xfrm>
          <a:custGeom>
            <a:avLst/>
            <a:gdLst/>
            <a:ahLst/>
            <a:cxnLst/>
            <a:rect l="l" t="t" r="r" b="b"/>
            <a:pathLst>
              <a:path w="728975" h="821380">
                <a:moveTo>
                  <a:pt x="0" y="0"/>
                </a:moveTo>
                <a:lnTo>
                  <a:pt x="728975" y="0"/>
                </a:lnTo>
                <a:lnTo>
                  <a:pt x="728975" y="821379"/>
                </a:lnTo>
                <a:lnTo>
                  <a:pt x="0" y="82137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1" name="Freeform 31"/>
          <p:cNvSpPr/>
          <p:nvPr/>
        </p:nvSpPr>
        <p:spPr>
          <a:xfrm>
            <a:off x="10237997" y="8155487"/>
            <a:ext cx="868353" cy="847729"/>
          </a:xfrm>
          <a:custGeom>
            <a:avLst/>
            <a:gdLst/>
            <a:ahLst/>
            <a:cxnLst/>
            <a:rect l="l" t="t" r="r" b="b"/>
            <a:pathLst>
              <a:path w="868353" h="847729">
                <a:moveTo>
                  <a:pt x="0" y="0"/>
                </a:moveTo>
                <a:lnTo>
                  <a:pt x="868352" y="0"/>
                </a:lnTo>
                <a:lnTo>
                  <a:pt x="868352" y="847730"/>
                </a:lnTo>
                <a:lnTo>
                  <a:pt x="0" y="84773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2" name="TextBox 32"/>
          <p:cNvSpPr txBox="1"/>
          <p:nvPr/>
        </p:nvSpPr>
        <p:spPr>
          <a:xfrm>
            <a:off x="2140837" y="337832"/>
            <a:ext cx="3874690" cy="481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8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Trainingsdaten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070349" y="337832"/>
            <a:ext cx="2870270" cy="481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8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Testdaten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921762" y="8412662"/>
            <a:ext cx="4509665" cy="963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8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Garet ExtraBold Bold"/>
                <a:ea typeface="Garet ExtraBold Bold"/>
                <a:cs typeface="Garet ExtraBold Bold"/>
                <a:sym typeface="Garet ExtraBold Bold"/>
              </a:rPr>
              <a:t>Aufgabe der KI: </a:t>
            </a:r>
            <a:r>
              <a:rPr lang="en-US" sz="36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Regeln aufstellen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524191" y="1330968"/>
            <a:ext cx="1479183" cy="481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8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Beißt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205251" y="1299909"/>
            <a:ext cx="2914952" cy="481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8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Beißt nicht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258749" y="8384721"/>
            <a:ext cx="9316240" cy="481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8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Auswertung, Analyse und Bedeutung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671167" y="1330968"/>
            <a:ext cx="1479183" cy="481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8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Beißt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6120501" y="1327163"/>
            <a:ext cx="2914952" cy="481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8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Beißt nicht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</Words>
  <Application>Microsoft Macintosh PowerPoint</Application>
  <PresentationFormat>Benutzerdefiniert</PresentationFormat>
  <Paragraphs>12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Garet ExtraBold Bold</vt:lpstr>
      <vt:lpstr>Calibri</vt:lpstr>
      <vt:lpstr>Garet ExtraBold</vt:lpstr>
      <vt:lpstr>Office Theme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 </dc:title>
  <cp:lastModifiedBy>Christ Vera</cp:lastModifiedBy>
  <cp:revision>3</cp:revision>
  <dcterms:created xsi:type="dcterms:W3CDTF">2006-08-16T00:00:00Z</dcterms:created>
  <dcterms:modified xsi:type="dcterms:W3CDTF">2026-09-11T07:48:52Z</dcterms:modified>
  <dc:identifier>DAGIGqMD6GI</dc:identifier>
</cp:coreProperties>
</file>